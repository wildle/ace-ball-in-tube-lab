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notesMasterIdLst>
    <p:notesMasterId r:id="rId12"/>
  </p:notesMasterIdLst>
  <p:handoutMasterIdLst>
    <p:handoutMasterId r:id="rId13"/>
  </p:handoutMasterIdLst>
  <p:sldIdLst>
    <p:sldId id="573" r:id="rId2"/>
    <p:sldId id="586" r:id="rId3"/>
    <p:sldId id="587" r:id="rId4"/>
    <p:sldId id="588" r:id="rId5"/>
    <p:sldId id="589" r:id="rId6"/>
    <p:sldId id="590" r:id="rId7"/>
    <p:sldId id="591" r:id="rId8"/>
    <p:sldId id="593" r:id="rId9"/>
    <p:sldId id="594" r:id="rId10"/>
    <p:sldId id="592" r:id="rId11"/>
  </p:sldIdLst>
  <p:sldSz cx="12192000" cy="6858000"/>
  <p:notesSz cx="6797675" cy="9926638"/>
  <p:custDataLst>
    <p:tags r:id="rId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0" userDrawn="1">
          <p15:clr>
            <a:srgbClr val="A4A3A4"/>
          </p15:clr>
        </p15:guide>
        <p15:guide id="2" orient="horz" pos="686" userDrawn="1">
          <p15:clr>
            <a:srgbClr val="A4A3A4"/>
          </p15:clr>
        </p15:guide>
        <p15:guide id="3" orient="horz" pos="1593" userDrawn="1">
          <p15:clr>
            <a:srgbClr val="A4A3A4"/>
          </p15:clr>
        </p15:guide>
        <p15:guide id="4" orient="horz" pos="3407" userDrawn="1">
          <p15:clr>
            <a:srgbClr val="A4A3A4"/>
          </p15:clr>
        </p15:guide>
        <p15:guide id="5" pos="6395" userDrawn="1">
          <p15:clr>
            <a:srgbClr val="A4A3A4"/>
          </p15:clr>
        </p15:guide>
        <p15:guide id="6" pos="1285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8" pos="2561" userDrawn="1">
          <p15:clr>
            <a:srgbClr val="A4A3A4"/>
          </p15:clr>
        </p15:guide>
        <p15:guide id="9" pos="511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0000"/>
    <a:srgbClr val="FFC600"/>
    <a:srgbClr val="66FF99"/>
    <a:srgbClr val="FFFF66"/>
    <a:srgbClr val="FF9933"/>
    <a:srgbClr val="FB6155"/>
    <a:srgbClr val="9A0000"/>
    <a:srgbClr val="FFFF00"/>
    <a:srgbClr val="FF9900"/>
    <a:srgbClr val="D1D7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6395" autoAdjust="0"/>
  </p:normalViewPr>
  <p:slideViewPr>
    <p:cSldViewPr snapToGrid="0" snapToObjects="1" showGuides="1">
      <p:cViewPr varScale="1">
        <p:scale>
          <a:sx n="107" d="100"/>
          <a:sy n="107" d="100"/>
        </p:scale>
        <p:origin x="636" y="114"/>
      </p:cViewPr>
      <p:guideLst>
        <p:guide orient="horz" pos="2500"/>
        <p:guide orient="horz" pos="686"/>
        <p:guide orient="horz" pos="1593"/>
        <p:guide orient="horz" pos="3407"/>
        <p:guide pos="6395"/>
        <p:guide pos="1285"/>
        <p:guide pos="3840"/>
        <p:guide pos="2561"/>
        <p:guide pos="5119"/>
      </p:guideLst>
    </p:cSldViewPr>
  </p:slideViewPr>
  <p:outlineViewPr>
    <p:cViewPr>
      <p:scale>
        <a:sx n="33" d="100"/>
        <a:sy n="33" d="100"/>
      </p:scale>
      <p:origin x="0" y="-176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napToObjects="1" showGuides="1">
      <p:cViewPr varScale="1">
        <p:scale>
          <a:sx n="52" d="100"/>
          <a:sy n="52" d="100"/>
        </p:scale>
        <p:origin x="3090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lemensm\Documents\Entwicklung\Schweberegler_Aufbau\SchwebeNeu\DatenL&#252;ft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lemensm\Documents\Entwicklung\Schweberegler_Aufbau\SchwebeNeu\DatenL&#252;fte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lemensm\Documents\Entwicklung\Schweberegler_Aufbau\SchwebeNeu\SprungantwortL&#252;fter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AT" dirty="0"/>
              <a:t>Drehzahl [</a:t>
            </a:r>
            <a:r>
              <a:rPr lang="de-AT" dirty="0" err="1"/>
              <a:t>rps</a:t>
            </a:r>
            <a:r>
              <a:rPr lang="de-AT" dirty="0"/>
              <a:t>] vs. Duty </a:t>
            </a:r>
            <a:r>
              <a:rPr lang="de-AT" dirty="0" err="1"/>
              <a:t>cylce</a:t>
            </a:r>
            <a:r>
              <a:rPr lang="de-AT" dirty="0"/>
              <a:t> [%]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08AB-425E-B0A9-6678BD4E0409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08AB-425E-B0A9-6678BD4E0409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08AB-425E-B0A9-6678BD4E0409}"/>
              </c:ext>
            </c:extLst>
          </c:dPt>
          <c:xVal>
            <c:numRef>
              <c:f>Tabelle1!$B$7:$B$9</c:f>
              <c:numCache>
                <c:formatCode>0%</c:formatCode>
                <c:ptCount val="3"/>
                <c:pt idx="0">
                  <c:v>0</c:v>
                </c:pt>
                <c:pt idx="1">
                  <c:v>0.5</c:v>
                </c:pt>
                <c:pt idx="2">
                  <c:v>1</c:v>
                </c:pt>
              </c:numCache>
            </c:numRef>
          </c:xVal>
          <c:yVal>
            <c:numRef>
              <c:f>Tabelle1!$F$7:$F$9</c:f>
              <c:numCache>
                <c:formatCode>0</c:formatCode>
                <c:ptCount val="3"/>
                <c:pt idx="0">
                  <c:v>55</c:v>
                </c:pt>
                <c:pt idx="1">
                  <c:v>130.83333333333334</c:v>
                </c:pt>
                <c:pt idx="2">
                  <c:v>183.33333333333334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8AB-425E-B0A9-6678BD4E04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3356560"/>
        <c:axId val="2093364048"/>
      </c:scatterChart>
      <c:valAx>
        <c:axId val="209335656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93364048"/>
        <c:crosses val="autoZero"/>
        <c:crossBetween val="midCat"/>
      </c:valAx>
      <c:valAx>
        <c:axId val="2093364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933565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Airflow [m³/s] vs. </a:t>
            </a:r>
            <a:r>
              <a:rPr lang="en-US" dirty="0" err="1"/>
              <a:t>Drehzahl</a:t>
            </a:r>
            <a:r>
              <a:rPr lang="en-US" dirty="0"/>
              <a:t> [</a:t>
            </a:r>
            <a:r>
              <a:rPr lang="en-US" dirty="0" err="1"/>
              <a:t>rps</a:t>
            </a:r>
            <a:r>
              <a:rPr lang="en-US" dirty="0"/>
              <a:t>] -&gt; </a:t>
            </a:r>
            <a:r>
              <a:rPr lang="en-US" dirty="0" err="1"/>
              <a:t>k</a:t>
            </a:r>
            <a:r>
              <a:rPr lang="en-US" baseline="-25000" dirty="0" err="1"/>
              <a:t>v</a:t>
            </a:r>
            <a:endParaRPr lang="en-US" baseline="-25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Tabelle1!$B$6</c:f>
              <c:strCache>
                <c:ptCount val="1"/>
                <c:pt idx="0">
                  <c:v>duty cycle @ 25k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30440740082027734"/>
                  <c:y val="0.10138888888888889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100" b="1" baseline="0" dirty="0"/>
                      <a:t>y = 1,27E-04x + 3,31E-06</a:t>
                    </a:r>
                    <a:endParaRPr lang="en-US" sz="1100" b="1" dirty="0"/>
                  </a:p>
                </c:rich>
              </c:tx>
              <c:numFmt formatCode="0.00E+00" sourceLinked="0"/>
              <c:spPr>
                <a:solidFill>
                  <a:schemeClr val="bg1"/>
                </a:solidFill>
                <a:ln>
                  <a:noFill/>
                </a:ln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e-DE"/>
                </a:p>
              </c:txPr>
            </c:trendlineLbl>
          </c:trendline>
          <c:xVal>
            <c:numRef>
              <c:f>Tabelle1!$F$7:$F$9</c:f>
              <c:numCache>
                <c:formatCode>0</c:formatCode>
                <c:ptCount val="3"/>
                <c:pt idx="0">
                  <c:v>55</c:v>
                </c:pt>
                <c:pt idx="1">
                  <c:v>130.83333333333334</c:v>
                </c:pt>
                <c:pt idx="2">
                  <c:v>183.33333333333334</c:v>
                </c:pt>
              </c:numCache>
            </c:numRef>
          </c:xVal>
          <c:yVal>
            <c:numRef>
              <c:f>Tabelle1!$E$7:$E$9</c:f>
              <c:numCache>
                <c:formatCode>0.00000</c:formatCode>
                <c:ptCount val="3"/>
                <c:pt idx="0">
                  <c:v>7.0000000000000001E-3</c:v>
                </c:pt>
                <c:pt idx="1">
                  <c:v>1.6666666666666666E-2</c:v>
                </c:pt>
                <c:pt idx="2">
                  <c:v>2.3333333333333331E-2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A91-4FD2-955F-F84787355F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7172544"/>
        <c:axId val="2077166304"/>
      </c:scatterChart>
      <c:valAx>
        <c:axId val="2077172544"/>
        <c:scaling>
          <c:orientation val="minMax"/>
          <c:max val="2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77166304"/>
        <c:crosses val="autoZero"/>
        <c:crossBetween val="midCat"/>
        <c:majorUnit val="20"/>
        <c:minorUnit val="5"/>
      </c:valAx>
      <c:valAx>
        <c:axId val="2077166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771725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AT" dirty="0">
                <a:solidFill>
                  <a:sysClr val="windowText" lastClr="000000"/>
                </a:solidFill>
              </a:rPr>
              <a:t>Sprungantwort Lüfter von 0 auf 100% (Drehzahl [</a:t>
            </a:r>
            <a:r>
              <a:rPr lang="de-AT" dirty="0" err="1">
                <a:solidFill>
                  <a:sysClr val="windowText" lastClr="000000"/>
                </a:solidFill>
              </a:rPr>
              <a:t>rps</a:t>
            </a:r>
            <a:r>
              <a:rPr lang="de-AT" dirty="0">
                <a:solidFill>
                  <a:sysClr val="windowText" lastClr="000000"/>
                </a:solidFill>
              </a:rPr>
              <a:t>] vs. Zeit)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'Scope Project'!$A$14:$A$1379</c:f>
              <c:numCache>
                <c:formatCode>General</c:formatCode>
                <c:ptCount val="1366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6.0000000000000005E-2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9.9999999999999992E-2</c:v>
                </c:pt>
                <c:pt idx="11">
                  <c:v>0.10999999999999999</c:v>
                </c:pt>
                <c:pt idx="12">
                  <c:v>0.11999999999999998</c:v>
                </c:pt>
                <c:pt idx="13">
                  <c:v>0.12999999999999998</c:v>
                </c:pt>
                <c:pt idx="14">
                  <c:v>0.13999999999999999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0.18000000000000002</c:v>
                </c:pt>
                <c:pt idx="19">
                  <c:v>0.19000000000000003</c:v>
                </c:pt>
                <c:pt idx="20">
                  <c:v>0.20000000000000004</c:v>
                </c:pt>
                <c:pt idx="21">
                  <c:v>0.21000000000000005</c:v>
                </c:pt>
                <c:pt idx="22">
                  <c:v>0.22000000000000006</c:v>
                </c:pt>
                <c:pt idx="23">
                  <c:v>0.23000000000000007</c:v>
                </c:pt>
                <c:pt idx="24">
                  <c:v>0.24000000000000007</c:v>
                </c:pt>
                <c:pt idx="25">
                  <c:v>0.25000000000000006</c:v>
                </c:pt>
                <c:pt idx="26">
                  <c:v>0.26000000000000006</c:v>
                </c:pt>
                <c:pt idx="27">
                  <c:v>0.27000000000000007</c:v>
                </c:pt>
                <c:pt idx="28">
                  <c:v>0.28000000000000008</c:v>
                </c:pt>
                <c:pt idx="29">
                  <c:v>0.29000000000000009</c:v>
                </c:pt>
                <c:pt idx="30">
                  <c:v>0.3000000000000001</c:v>
                </c:pt>
                <c:pt idx="31">
                  <c:v>0.31000000000000011</c:v>
                </c:pt>
                <c:pt idx="32">
                  <c:v>0.32000000000000012</c:v>
                </c:pt>
                <c:pt idx="33">
                  <c:v>0.33000000000000013</c:v>
                </c:pt>
                <c:pt idx="34">
                  <c:v>0.34000000000000014</c:v>
                </c:pt>
                <c:pt idx="35">
                  <c:v>0.35000000000000014</c:v>
                </c:pt>
                <c:pt idx="36">
                  <c:v>0.36000000000000015</c:v>
                </c:pt>
                <c:pt idx="37">
                  <c:v>0.37000000000000016</c:v>
                </c:pt>
                <c:pt idx="38">
                  <c:v>0.38000000000000017</c:v>
                </c:pt>
                <c:pt idx="39">
                  <c:v>0.39000000000000018</c:v>
                </c:pt>
                <c:pt idx="40">
                  <c:v>0.40000000000000019</c:v>
                </c:pt>
                <c:pt idx="41">
                  <c:v>0.4100000000000002</c:v>
                </c:pt>
                <c:pt idx="42">
                  <c:v>0.42000000000000021</c:v>
                </c:pt>
                <c:pt idx="43">
                  <c:v>0.43000000000000022</c:v>
                </c:pt>
                <c:pt idx="44">
                  <c:v>0.44000000000000022</c:v>
                </c:pt>
                <c:pt idx="45">
                  <c:v>0.45000000000000023</c:v>
                </c:pt>
                <c:pt idx="46">
                  <c:v>0.46000000000000024</c:v>
                </c:pt>
                <c:pt idx="47">
                  <c:v>0.47000000000000025</c:v>
                </c:pt>
                <c:pt idx="48">
                  <c:v>0.48000000000000026</c:v>
                </c:pt>
                <c:pt idx="49">
                  <c:v>0.49000000000000027</c:v>
                </c:pt>
                <c:pt idx="50">
                  <c:v>0.50000000000000022</c:v>
                </c:pt>
                <c:pt idx="51">
                  <c:v>0.51000000000000023</c:v>
                </c:pt>
                <c:pt idx="52">
                  <c:v>0.52000000000000024</c:v>
                </c:pt>
                <c:pt idx="53">
                  <c:v>0.53000000000000025</c:v>
                </c:pt>
                <c:pt idx="54">
                  <c:v>0.54000000000000026</c:v>
                </c:pt>
                <c:pt idx="55">
                  <c:v>0.55000000000000027</c:v>
                </c:pt>
                <c:pt idx="56">
                  <c:v>0.56000000000000028</c:v>
                </c:pt>
                <c:pt idx="57">
                  <c:v>0.57000000000000028</c:v>
                </c:pt>
                <c:pt idx="58">
                  <c:v>0.58000000000000029</c:v>
                </c:pt>
                <c:pt idx="59">
                  <c:v>0.5900000000000003</c:v>
                </c:pt>
                <c:pt idx="60">
                  <c:v>0.60000000000000031</c:v>
                </c:pt>
                <c:pt idx="61">
                  <c:v>0.61000000000000032</c:v>
                </c:pt>
                <c:pt idx="62">
                  <c:v>0.62000000000000033</c:v>
                </c:pt>
                <c:pt idx="63">
                  <c:v>0.63000000000000034</c:v>
                </c:pt>
                <c:pt idx="64">
                  <c:v>0.64000000000000035</c:v>
                </c:pt>
                <c:pt idx="65">
                  <c:v>0.65000000000000036</c:v>
                </c:pt>
                <c:pt idx="66">
                  <c:v>0.66000000000000036</c:v>
                </c:pt>
                <c:pt idx="67">
                  <c:v>0.67000000000000037</c:v>
                </c:pt>
                <c:pt idx="68">
                  <c:v>0.68000000000000038</c:v>
                </c:pt>
                <c:pt idx="69">
                  <c:v>0.69000000000000039</c:v>
                </c:pt>
                <c:pt idx="70">
                  <c:v>0.7000000000000004</c:v>
                </c:pt>
                <c:pt idx="71">
                  <c:v>0.71000000000000041</c:v>
                </c:pt>
                <c:pt idx="72">
                  <c:v>0.72000000000000042</c:v>
                </c:pt>
                <c:pt idx="73">
                  <c:v>0.73000000000000043</c:v>
                </c:pt>
                <c:pt idx="74">
                  <c:v>0.74000000000000044</c:v>
                </c:pt>
                <c:pt idx="75">
                  <c:v>0.75000000000000044</c:v>
                </c:pt>
                <c:pt idx="76">
                  <c:v>0.76000000000000045</c:v>
                </c:pt>
                <c:pt idx="77">
                  <c:v>0.77000000000000046</c:v>
                </c:pt>
                <c:pt idx="78">
                  <c:v>0.78000000000000047</c:v>
                </c:pt>
                <c:pt idx="79">
                  <c:v>0.79000000000000048</c:v>
                </c:pt>
                <c:pt idx="80">
                  <c:v>0.80000000000000049</c:v>
                </c:pt>
                <c:pt idx="81">
                  <c:v>0.8100000000000005</c:v>
                </c:pt>
                <c:pt idx="82">
                  <c:v>0.82000000000000051</c:v>
                </c:pt>
                <c:pt idx="83">
                  <c:v>0.83000000000000052</c:v>
                </c:pt>
                <c:pt idx="84">
                  <c:v>0.84000000000000052</c:v>
                </c:pt>
                <c:pt idx="85">
                  <c:v>0.85000000000000053</c:v>
                </c:pt>
                <c:pt idx="86">
                  <c:v>0.86000000000000054</c:v>
                </c:pt>
                <c:pt idx="87">
                  <c:v>0.87000000000000055</c:v>
                </c:pt>
                <c:pt idx="88">
                  <c:v>0.88000000000000056</c:v>
                </c:pt>
                <c:pt idx="89">
                  <c:v>0.89000000000000057</c:v>
                </c:pt>
                <c:pt idx="90">
                  <c:v>0.90000000000000058</c:v>
                </c:pt>
                <c:pt idx="91">
                  <c:v>0.91000000000000059</c:v>
                </c:pt>
                <c:pt idx="92">
                  <c:v>0.9200000000000006</c:v>
                </c:pt>
                <c:pt idx="93">
                  <c:v>0.9300000000000006</c:v>
                </c:pt>
                <c:pt idx="94">
                  <c:v>0.94000000000000061</c:v>
                </c:pt>
                <c:pt idx="95">
                  <c:v>0.95000000000000062</c:v>
                </c:pt>
                <c:pt idx="96">
                  <c:v>0.96000000000000063</c:v>
                </c:pt>
                <c:pt idx="97">
                  <c:v>0.97000000000000064</c:v>
                </c:pt>
                <c:pt idx="98">
                  <c:v>0.98000000000000065</c:v>
                </c:pt>
                <c:pt idx="99">
                  <c:v>0.99000000000000066</c:v>
                </c:pt>
                <c:pt idx="100">
                  <c:v>1.0000000000000007</c:v>
                </c:pt>
                <c:pt idx="101">
                  <c:v>1.0100000000000007</c:v>
                </c:pt>
                <c:pt idx="102">
                  <c:v>1.0200000000000007</c:v>
                </c:pt>
                <c:pt idx="103">
                  <c:v>1.0300000000000007</c:v>
                </c:pt>
                <c:pt idx="104">
                  <c:v>1.0400000000000007</c:v>
                </c:pt>
                <c:pt idx="105">
                  <c:v>1.0500000000000007</c:v>
                </c:pt>
                <c:pt idx="106">
                  <c:v>1.0600000000000007</c:v>
                </c:pt>
                <c:pt idx="107">
                  <c:v>1.0700000000000007</c:v>
                </c:pt>
                <c:pt idx="108">
                  <c:v>1.0800000000000007</c:v>
                </c:pt>
                <c:pt idx="109">
                  <c:v>1.0900000000000007</c:v>
                </c:pt>
                <c:pt idx="110">
                  <c:v>1.1000000000000008</c:v>
                </c:pt>
                <c:pt idx="111">
                  <c:v>1.1100000000000008</c:v>
                </c:pt>
                <c:pt idx="112">
                  <c:v>1.1200000000000008</c:v>
                </c:pt>
                <c:pt idx="113">
                  <c:v>1.1300000000000008</c:v>
                </c:pt>
                <c:pt idx="114">
                  <c:v>1.1400000000000008</c:v>
                </c:pt>
                <c:pt idx="115">
                  <c:v>1.1500000000000008</c:v>
                </c:pt>
                <c:pt idx="116">
                  <c:v>1.1600000000000008</c:v>
                </c:pt>
                <c:pt idx="117">
                  <c:v>1.1700000000000008</c:v>
                </c:pt>
                <c:pt idx="118">
                  <c:v>1.1800000000000008</c:v>
                </c:pt>
                <c:pt idx="119">
                  <c:v>1.1900000000000008</c:v>
                </c:pt>
                <c:pt idx="120">
                  <c:v>1.2000000000000008</c:v>
                </c:pt>
                <c:pt idx="121">
                  <c:v>1.2100000000000009</c:v>
                </c:pt>
                <c:pt idx="122">
                  <c:v>1.2200000000000009</c:v>
                </c:pt>
                <c:pt idx="123">
                  <c:v>1.2300000000000009</c:v>
                </c:pt>
                <c:pt idx="124">
                  <c:v>1.2400000000000009</c:v>
                </c:pt>
                <c:pt idx="125">
                  <c:v>1.2500000000000009</c:v>
                </c:pt>
                <c:pt idx="126">
                  <c:v>1.2600000000000009</c:v>
                </c:pt>
                <c:pt idx="127">
                  <c:v>1.2700000000000009</c:v>
                </c:pt>
                <c:pt idx="128">
                  <c:v>1.2800000000000009</c:v>
                </c:pt>
                <c:pt idx="129">
                  <c:v>1.2900000000000009</c:v>
                </c:pt>
                <c:pt idx="130">
                  <c:v>1.3000000000000009</c:v>
                </c:pt>
                <c:pt idx="131">
                  <c:v>1.3100000000000009</c:v>
                </c:pt>
                <c:pt idx="132">
                  <c:v>1.320000000000001</c:v>
                </c:pt>
                <c:pt idx="133">
                  <c:v>1.330000000000001</c:v>
                </c:pt>
                <c:pt idx="134">
                  <c:v>1.340000000000001</c:v>
                </c:pt>
                <c:pt idx="135">
                  <c:v>1.350000000000001</c:v>
                </c:pt>
                <c:pt idx="136">
                  <c:v>1.360000000000001</c:v>
                </c:pt>
                <c:pt idx="137">
                  <c:v>1.370000000000001</c:v>
                </c:pt>
                <c:pt idx="138">
                  <c:v>1.380000000000001</c:v>
                </c:pt>
                <c:pt idx="139">
                  <c:v>1.390000000000001</c:v>
                </c:pt>
                <c:pt idx="140">
                  <c:v>1.400000000000001</c:v>
                </c:pt>
                <c:pt idx="141">
                  <c:v>1.410000000000001</c:v>
                </c:pt>
                <c:pt idx="142">
                  <c:v>1.420000000000001</c:v>
                </c:pt>
                <c:pt idx="143">
                  <c:v>1.430000000000001</c:v>
                </c:pt>
                <c:pt idx="144">
                  <c:v>1.4400000000000011</c:v>
                </c:pt>
                <c:pt idx="145">
                  <c:v>1.4500000000000011</c:v>
                </c:pt>
                <c:pt idx="146">
                  <c:v>1.4600000000000011</c:v>
                </c:pt>
                <c:pt idx="147">
                  <c:v>1.4700000000000011</c:v>
                </c:pt>
                <c:pt idx="148">
                  <c:v>1.4800000000000011</c:v>
                </c:pt>
                <c:pt idx="149">
                  <c:v>1.4900000000000011</c:v>
                </c:pt>
                <c:pt idx="150">
                  <c:v>1.5000000000000011</c:v>
                </c:pt>
                <c:pt idx="151">
                  <c:v>1.5100000000000011</c:v>
                </c:pt>
                <c:pt idx="152">
                  <c:v>1.5200000000000011</c:v>
                </c:pt>
                <c:pt idx="153">
                  <c:v>1.5300000000000011</c:v>
                </c:pt>
                <c:pt idx="154">
                  <c:v>1.5400000000000011</c:v>
                </c:pt>
                <c:pt idx="155">
                  <c:v>1.5500000000000012</c:v>
                </c:pt>
                <c:pt idx="156">
                  <c:v>1.5600000000000012</c:v>
                </c:pt>
                <c:pt idx="157">
                  <c:v>1.5700000000000012</c:v>
                </c:pt>
                <c:pt idx="158">
                  <c:v>1.5800000000000012</c:v>
                </c:pt>
                <c:pt idx="159">
                  <c:v>1.5900000000000012</c:v>
                </c:pt>
                <c:pt idx="160">
                  <c:v>1.6000000000000012</c:v>
                </c:pt>
                <c:pt idx="161">
                  <c:v>1.6100000000000012</c:v>
                </c:pt>
                <c:pt idx="162">
                  <c:v>1.6200000000000012</c:v>
                </c:pt>
                <c:pt idx="163">
                  <c:v>1.6300000000000012</c:v>
                </c:pt>
                <c:pt idx="164">
                  <c:v>1.6400000000000012</c:v>
                </c:pt>
                <c:pt idx="165">
                  <c:v>1.6500000000000012</c:v>
                </c:pt>
                <c:pt idx="166">
                  <c:v>1.6600000000000013</c:v>
                </c:pt>
                <c:pt idx="167">
                  <c:v>1.6700000000000013</c:v>
                </c:pt>
                <c:pt idx="168">
                  <c:v>1.6800000000000013</c:v>
                </c:pt>
                <c:pt idx="169">
                  <c:v>1.6900000000000013</c:v>
                </c:pt>
                <c:pt idx="170">
                  <c:v>1.7000000000000013</c:v>
                </c:pt>
                <c:pt idx="171">
                  <c:v>1.7100000000000013</c:v>
                </c:pt>
                <c:pt idx="172">
                  <c:v>1.7200000000000013</c:v>
                </c:pt>
                <c:pt idx="173">
                  <c:v>1.7300000000000013</c:v>
                </c:pt>
                <c:pt idx="174">
                  <c:v>1.7400000000000013</c:v>
                </c:pt>
                <c:pt idx="175">
                  <c:v>1.7500000000000013</c:v>
                </c:pt>
                <c:pt idx="176">
                  <c:v>1.7600000000000013</c:v>
                </c:pt>
                <c:pt idx="177">
                  <c:v>1.7700000000000014</c:v>
                </c:pt>
                <c:pt idx="178">
                  <c:v>1.7800000000000014</c:v>
                </c:pt>
                <c:pt idx="179">
                  <c:v>1.7900000000000014</c:v>
                </c:pt>
                <c:pt idx="180">
                  <c:v>1.8000000000000014</c:v>
                </c:pt>
                <c:pt idx="181">
                  <c:v>1.8100000000000014</c:v>
                </c:pt>
                <c:pt idx="182">
                  <c:v>1.8200000000000014</c:v>
                </c:pt>
                <c:pt idx="183">
                  <c:v>1.8300000000000014</c:v>
                </c:pt>
                <c:pt idx="184">
                  <c:v>1.8400000000000014</c:v>
                </c:pt>
                <c:pt idx="185">
                  <c:v>1.8500000000000014</c:v>
                </c:pt>
                <c:pt idx="186">
                  <c:v>1.8600000000000014</c:v>
                </c:pt>
                <c:pt idx="187">
                  <c:v>1.8700000000000014</c:v>
                </c:pt>
                <c:pt idx="188">
                  <c:v>1.8800000000000014</c:v>
                </c:pt>
                <c:pt idx="189">
                  <c:v>1.8900000000000015</c:v>
                </c:pt>
                <c:pt idx="190">
                  <c:v>1.9000000000000015</c:v>
                </c:pt>
                <c:pt idx="191">
                  <c:v>1.9100000000000015</c:v>
                </c:pt>
                <c:pt idx="192">
                  <c:v>1.9200000000000015</c:v>
                </c:pt>
                <c:pt idx="193">
                  <c:v>1.9300000000000015</c:v>
                </c:pt>
                <c:pt idx="194">
                  <c:v>1.9400000000000015</c:v>
                </c:pt>
                <c:pt idx="195">
                  <c:v>1.9500000000000015</c:v>
                </c:pt>
                <c:pt idx="196">
                  <c:v>1.9600000000000015</c:v>
                </c:pt>
                <c:pt idx="197">
                  <c:v>1.9700000000000015</c:v>
                </c:pt>
                <c:pt idx="198">
                  <c:v>1.9800000000000015</c:v>
                </c:pt>
                <c:pt idx="199">
                  <c:v>1.9900000000000015</c:v>
                </c:pt>
                <c:pt idx="200">
                  <c:v>2.0000000000000013</c:v>
                </c:pt>
                <c:pt idx="201">
                  <c:v>2.0100000000000011</c:v>
                </c:pt>
                <c:pt idx="202">
                  <c:v>2.0200000000000009</c:v>
                </c:pt>
                <c:pt idx="203">
                  <c:v>2.0300000000000007</c:v>
                </c:pt>
                <c:pt idx="204">
                  <c:v>2.0400000000000005</c:v>
                </c:pt>
                <c:pt idx="205">
                  <c:v>2.0500000000000003</c:v>
                </c:pt>
                <c:pt idx="206">
                  <c:v>2.06</c:v>
                </c:pt>
                <c:pt idx="207">
                  <c:v>2.0699999999999998</c:v>
                </c:pt>
                <c:pt idx="208">
                  <c:v>2.0799999999999996</c:v>
                </c:pt>
                <c:pt idx="209">
                  <c:v>2.0899999999999994</c:v>
                </c:pt>
                <c:pt idx="210">
                  <c:v>2.0999999999999992</c:v>
                </c:pt>
                <c:pt idx="211">
                  <c:v>2.109999999999999</c:v>
                </c:pt>
                <c:pt idx="212">
                  <c:v>2.1199999999999988</c:v>
                </c:pt>
                <c:pt idx="213">
                  <c:v>2.1299999999999986</c:v>
                </c:pt>
                <c:pt idx="214">
                  <c:v>2.1399999999999983</c:v>
                </c:pt>
                <c:pt idx="215">
                  <c:v>2.1499999999999981</c:v>
                </c:pt>
                <c:pt idx="216">
                  <c:v>2.1599999999999979</c:v>
                </c:pt>
                <c:pt idx="217">
                  <c:v>2.1699999999999977</c:v>
                </c:pt>
                <c:pt idx="218">
                  <c:v>2.1799999999999975</c:v>
                </c:pt>
                <c:pt idx="219">
                  <c:v>2.1899999999999973</c:v>
                </c:pt>
                <c:pt idx="220">
                  <c:v>2.1999999999999971</c:v>
                </c:pt>
                <c:pt idx="221">
                  <c:v>2.2099999999999969</c:v>
                </c:pt>
                <c:pt idx="222">
                  <c:v>2.2199999999999966</c:v>
                </c:pt>
                <c:pt idx="223">
                  <c:v>2.2299999999999964</c:v>
                </c:pt>
                <c:pt idx="224">
                  <c:v>2.2399999999999962</c:v>
                </c:pt>
                <c:pt idx="225">
                  <c:v>2.249999999999996</c:v>
                </c:pt>
                <c:pt idx="226">
                  <c:v>2.2599999999999958</c:v>
                </c:pt>
                <c:pt idx="227">
                  <c:v>2.2699999999999956</c:v>
                </c:pt>
                <c:pt idx="228">
                  <c:v>2.2799999999999954</c:v>
                </c:pt>
                <c:pt idx="229">
                  <c:v>2.2899999999999952</c:v>
                </c:pt>
                <c:pt idx="230">
                  <c:v>2.2999999999999949</c:v>
                </c:pt>
                <c:pt idx="231">
                  <c:v>2.3099999999999947</c:v>
                </c:pt>
                <c:pt idx="232">
                  <c:v>2.3199999999999945</c:v>
                </c:pt>
                <c:pt idx="233">
                  <c:v>2.3299999999999943</c:v>
                </c:pt>
                <c:pt idx="234">
                  <c:v>2.3399999999999941</c:v>
                </c:pt>
                <c:pt idx="235">
                  <c:v>2.3499999999999939</c:v>
                </c:pt>
                <c:pt idx="236">
                  <c:v>2.3599999999999937</c:v>
                </c:pt>
                <c:pt idx="237">
                  <c:v>2.3699999999999934</c:v>
                </c:pt>
                <c:pt idx="238">
                  <c:v>2.3799999999999932</c:v>
                </c:pt>
                <c:pt idx="239">
                  <c:v>2.389999999999993</c:v>
                </c:pt>
                <c:pt idx="240">
                  <c:v>2.3999999999999928</c:v>
                </c:pt>
                <c:pt idx="241">
                  <c:v>2.4099999999999926</c:v>
                </c:pt>
                <c:pt idx="242">
                  <c:v>2.4199999999999924</c:v>
                </c:pt>
                <c:pt idx="243">
                  <c:v>2.4299999999999922</c:v>
                </c:pt>
                <c:pt idx="244">
                  <c:v>2.439999999999992</c:v>
                </c:pt>
                <c:pt idx="245">
                  <c:v>2.4499999999999917</c:v>
                </c:pt>
                <c:pt idx="246">
                  <c:v>2.4599999999999915</c:v>
                </c:pt>
                <c:pt idx="247">
                  <c:v>2.4699999999999913</c:v>
                </c:pt>
                <c:pt idx="248">
                  <c:v>2.4799999999999911</c:v>
                </c:pt>
                <c:pt idx="249">
                  <c:v>2.4899999999999909</c:v>
                </c:pt>
                <c:pt idx="250">
                  <c:v>2.4999999999999907</c:v>
                </c:pt>
                <c:pt idx="251">
                  <c:v>2.5099999999999905</c:v>
                </c:pt>
                <c:pt idx="252">
                  <c:v>2.5199999999999902</c:v>
                </c:pt>
                <c:pt idx="253">
                  <c:v>2.52999999999999</c:v>
                </c:pt>
                <c:pt idx="254">
                  <c:v>2.5399999999999898</c:v>
                </c:pt>
                <c:pt idx="255">
                  <c:v>2.5499999999999896</c:v>
                </c:pt>
                <c:pt idx="256">
                  <c:v>2.5599999999999894</c:v>
                </c:pt>
                <c:pt idx="257">
                  <c:v>2.5699999999999892</c:v>
                </c:pt>
                <c:pt idx="258">
                  <c:v>2.579999999999989</c:v>
                </c:pt>
                <c:pt idx="259">
                  <c:v>2.5899999999999888</c:v>
                </c:pt>
                <c:pt idx="260">
                  <c:v>2.5999999999999885</c:v>
                </c:pt>
                <c:pt idx="261">
                  <c:v>2.6099999999999883</c:v>
                </c:pt>
                <c:pt idx="262">
                  <c:v>2.6199999999999881</c:v>
                </c:pt>
                <c:pt idx="263">
                  <c:v>2.6299999999999879</c:v>
                </c:pt>
                <c:pt idx="264">
                  <c:v>2.6399999999999877</c:v>
                </c:pt>
                <c:pt idx="265">
                  <c:v>2.6499999999999875</c:v>
                </c:pt>
                <c:pt idx="266">
                  <c:v>2.6599999999999873</c:v>
                </c:pt>
                <c:pt idx="267">
                  <c:v>2.6699999999999871</c:v>
                </c:pt>
                <c:pt idx="268">
                  <c:v>2.6799999999999868</c:v>
                </c:pt>
                <c:pt idx="269">
                  <c:v>2.6899999999999866</c:v>
                </c:pt>
                <c:pt idx="270">
                  <c:v>2.6999999999999864</c:v>
                </c:pt>
                <c:pt idx="271">
                  <c:v>2.7099999999999862</c:v>
                </c:pt>
                <c:pt idx="272">
                  <c:v>2.719999999999986</c:v>
                </c:pt>
                <c:pt idx="273">
                  <c:v>2.7299999999999858</c:v>
                </c:pt>
                <c:pt idx="274">
                  <c:v>2.7399999999999856</c:v>
                </c:pt>
                <c:pt idx="275">
                  <c:v>2.7499999999999853</c:v>
                </c:pt>
                <c:pt idx="276">
                  <c:v>2.7599999999999851</c:v>
                </c:pt>
                <c:pt idx="277">
                  <c:v>2.7699999999999849</c:v>
                </c:pt>
                <c:pt idx="278">
                  <c:v>2.7799999999999847</c:v>
                </c:pt>
                <c:pt idx="279">
                  <c:v>2.7899999999999845</c:v>
                </c:pt>
                <c:pt idx="280">
                  <c:v>2.7999999999999843</c:v>
                </c:pt>
                <c:pt idx="281">
                  <c:v>2.8099999999999841</c:v>
                </c:pt>
                <c:pt idx="282">
                  <c:v>2.8199999999999839</c:v>
                </c:pt>
                <c:pt idx="283">
                  <c:v>2.8299999999999836</c:v>
                </c:pt>
                <c:pt idx="284">
                  <c:v>2.8399999999999834</c:v>
                </c:pt>
                <c:pt idx="285">
                  <c:v>2.8499999999999832</c:v>
                </c:pt>
                <c:pt idx="286">
                  <c:v>2.859999999999983</c:v>
                </c:pt>
                <c:pt idx="287">
                  <c:v>2.8699999999999828</c:v>
                </c:pt>
                <c:pt idx="288">
                  <c:v>2.8799999999999826</c:v>
                </c:pt>
                <c:pt idx="289">
                  <c:v>2.8899999999999824</c:v>
                </c:pt>
                <c:pt idx="290">
                  <c:v>2.8999999999999821</c:v>
                </c:pt>
                <c:pt idx="291">
                  <c:v>2.9099999999999819</c:v>
                </c:pt>
                <c:pt idx="292">
                  <c:v>2.9199999999999817</c:v>
                </c:pt>
                <c:pt idx="293">
                  <c:v>2.9299999999999815</c:v>
                </c:pt>
                <c:pt idx="294">
                  <c:v>2.9399999999999813</c:v>
                </c:pt>
                <c:pt idx="295">
                  <c:v>2.9499999999999811</c:v>
                </c:pt>
                <c:pt idx="296">
                  <c:v>2.9599999999999809</c:v>
                </c:pt>
                <c:pt idx="297">
                  <c:v>2.9699999999999807</c:v>
                </c:pt>
                <c:pt idx="298">
                  <c:v>2.9799999999999804</c:v>
                </c:pt>
                <c:pt idx="299">
                  <c:v>2.9899999999999802</c:v>
                </c:pt>
                <c:pt idx="300">
                  <c:v>2.99999999999998</c:v>
                </c:pt>
                <c:pt idx="301">
                  <c:v>3.0099999999999798</c:v>
                </c:pt>
                <c:pt idx="302">
                  <c:v>3.0199999999999796</c:v>
                </c:pt>
                <c:pt idx="303">
                  <c:v>3.0299999999999794</c:v>
                </c:pt>
                <c:pt idx="304">
                  <c:v>3.0399999999999792</c:v>
                </c:pt>
                <c:pt idx="305">
                  <c:v>3.049999999999979</c:v>
                </c:pt>
                <c:pt idx="306">
                  <c:v>3.0599999999999787</c:v>
                </c:pt>
                <c:pt idx="307">
                  <c:v>3.0699999999999785</c:v>
                </c:pt>
                <c:pt idx="308">
                  <c:v>3.0799999999999783</c:v>
                </c:pt>
                <c:pt idx="309">
                  <c:v>3.0899999999999781</c:v>
                </c:pt>
                <c:pt idx="310">
                  <c:v>3.0999999999999779</c:v>
                </c:pt>
                <c:pt idx="311">
                  <c:v>3.1099999999999777</c:v>
                </c:pt>
                <c:pt idx="312">
                  <c:v>3.1199999999999775</c:v>
                </c:pt>
                <c:pt idx="313">
                  <c:v>3.1299999999999772</c:v>
                </c:pt>
                <c:pt idx="314">
                  <c:v>3.139999999999977</c:v>
                </c:pt>
                <c:pt idx="315">
                  <c:v>3.1499999999999768</c:v>
                </c:pt>
                <c:pt idx="316">
                  <c:v>3.1599999999999766</c:v>
                </c:pt>
                <c:pt idx="317">
                  <c:v>3.1699999999999764</c:v>
                </c:pt>
                <c:pt idx="318">
                  <c:v>3.1799999999999762</c:v>
                </c:pt>
                <c:pt idx="319">
                  <c:v>3.189999999999976</c:v>
                </c:pt>
                <c:pt idx="320">
                  <c:v>3.1999999999999758</c:v>
                </c:pt>
                <c:pt idx="321">
                  <c:v>3.2099999999999755</c:v>
                </c:pt>
                <c:pt idx="322">
                  <c:v>3.2199999999999753</c:v>
                </c:pt>
                <c:pt idx="323">
                  <c:v>3.2299999999999751</c:v>
                </c:pt>
                <c:pt idx="324">
                  <c:v>3.2399999999999749</c:v>
                </c:pt>
                <c:pt idx="325">
                  <c:v>3.2499999999999747</c:v>
                </c:pt>
                <c:pt idx="326">
                  <c:v>3.2599999999999745</c:v>
                </c:pt>
                <c:pt idx="327">
                  <c:v>3.2699999999999743</c:v>
                </c:pt>
                <c:pt idx="328">
                  <c:v>3.279999999999974</c:v>
                </c:pt>
                <c:pt idx="329">
                  <c:v>3.2899999999999738</c:v>
                </c:pt>
                <c:pt idx="330">
                  <c:v>3.2999999999999736</c:v>
                </c:pt>
                <c:pt idx="331">
                  <c:v>3.3099999999999734</c:v>
                </c:pt>
                <c:pt idx="332">
                  <c:v>3.3199999999999732</c:v>
                </c:pt>
                <c:pt idx="333">
                  <c:v>3.329999999999973</c:v>
                </c:pt>
                <c:pt idx="334">
                  <c:v>3.3399999999999728</c:v>
                </c:pt>
                <c:pt idx="335">
                  <c:v>3.3499999999999726</c:v>
                </c:pt>
                <c:pt idx="336">
                  <c:v>3.3599999999999723</c:v>
                </c:pt>
                <c:pt idx="337">
                  <c:v>3.3699999999999721</c:v>
                </c:pt>
                <c:pt idx="338">
                  <c:v>3.3799999999999719</c:v>
                </c:pt>
                <c:pt idx="339">
                  <c:v>3.3899999999999717</c:v>
                </c:pt>
                <c:pt idx="340">
                  <c:v>3.3999999999999715</c:v>
                </c:pt>
                <c:pt idx="341">
                  <c:v>3.4099999999999713</c:v>
                </c:pt>
                <c:pt idx="342">
                  <c:v>3.4199999999999711</c:v>
                </c:pt>
                <c:pt idx="343">
                  <c:v>3.4299999999999708</c:v>
                </c:pt>
                <c:pt idx="344">
                  <c:v>3.4399999999999706</c:v>
                </c:pt>
                <c:pt idx="345">
                  <c:v>3.4499999999999704</c:v>
                </c:pt>
                <c:pt idx="346">
                  <c:v>3.4599999999999702</c:v>
                </c:pt>
                <c:pt idx="347">
                  <c:v>3.46999999999997</c:v>
                </c:pt>
                <c:pt idx="348">
                  <c:v>3.4799999999999698</c:v>
                </c:pt>
                <c:pt idx="349">
                  <c:v>3.4899999999999696</c:v>
                </c:pt>
                <c:pt idx="350">
                  <c:v>3.4999999999999694</c:v>
                </c:pt>
                <c:pt idx="351">
                  <c:v>3.5099999999999691</c:v>
                </c:pt>
                <c:pt idx="352">
                  <c:v>3.5199999999999689</c:v>
                </c:pt>
                <c:pt idx="353">
                  <c:v>3.5299999999999687</c:v>
                </c:pt>
                <c:pt idx="354">
                  <c:v>3.5399999999999685</c:v>
                </c:pt>
                <c:pt idx="355">
                  <c:v>3.5499999999999683</c:v>
                </c:pt>
                <c:pt idx="356">
                  <c:v>3.5599999999999681</c:v>
                </c:pt>
                <c:pt idx="357">
                  <c:v>3.5699999999999679</c:v>
                </c:pt>
                <c:pt idx="358">
                  <c:v>3.5799999999999677</c:v>
                </c:pt>
                <c:pt idx="359">
                  <c:v>3.5899999999999674</c:v>
                </c:pt>
                <c:pt idx="360">
                  <c:v>3.5999999999999672</c:v>
                </c:pt>
                <c:pt idx="361">
                  <c:v>3.609999999999967</c:v>
                </c:pt>
                <c:pt idx="362">
                  <c:v>3.6199999999999668</c:v>
                </c:pt>
                <c:pt idx="363">
                  <c:v>3.6299999999999666</c:v>
                </c:pt>
                <c:pt idx="364">
                  <c:v>3.6399999999999664</c:v>
                </c:pt>
                <c:pt idx="365">
                  <c:v>3.6499999999999662</c:v>
                </c:pt>
                <c:pt idx="366">
                  <c:v>3.6599999999999659</c:v>
                </c:pt>
                <c:pt idx="367">
                  <c:v>3.6699999999999657</c:v>
                </c:pt>
                <c:pt idx="368">
                  <c:v>3.6799999999999655</c:v>
                </c:pt>
                <c:pt idx="369">
                  <c:v>3.6899999999999653</c:v>
                </c:pt>
                <c:pt idx="370">
                  <c:v>3.6999999999999651</c:v>
                </c:pt>
                <c:pt idx="371">
                  <c:v>3.7099999999999649</c:v>
                </c:pt>
                <c:pt idx="372">
                  <c:v>3.7199999999999647</c:v>
                </c:pt>
                <c:pt idx="373">
                  <c:v>3.7299999999999645</c:v>
                </c:pt>
                <c:pt idx="374">
                  <c:v>3.7399999999999642</c:v>
                </c:pt>
                <c:pt idx="375">
                  <c:v>3.749999999999964</c:v>
                </c:pt>
                <c:pt idx="376">
                  <c:v>3.7599999999999638</c:v>
                </c:pt>
                <c:pt idx="377">
                  <c:v>3.7699999999999636</c:v>
                </c:pt>
                <c:pt idx="378">
                  <c:v>3.7799999999999634</c:v>
                </c:pt>
                <c:pt idx="379">
                  <c:v>3.7899999999999632</c:v>
                </c:pt>
                <c:pt idx="380">
                  <c:v>3.799999999999963</c:v>
                </c:pt>
                <c:pt idx="381">
                  <c:v>3.8099999999999627</c:v>
                </c:pt>
                <c:pt idx="382">
                  <c:v>3.8199999999999625</c:v>
                </c:pt>
                <c:pt idx="383">
                  <c:v>3.8299999999999623</c:v>
                </c:pt>
                <c:pt idx="384">
                  <c:v>3.8399999999999621</c:v>
                </c:pt>
                <c:pt idx="385">
                  <c:v>3.8499999999999619</c:v>
                </c:pt>
                <c:pt idx="386">
                  <c:v>3.8599999999999617</c:v>
                </c:pt>
                <c:pt idx="387">
                  <c:v>3.8699999999999615</c:v>
                </c:pt>
                <c:pt idx="388">
                  <c:v>3.8799999999999613</c:v>
                </c:pt>
                <c:pt idx="389">
                  <c:v>3.889999999999961</c:v>
                </c:pt>
                <c:pt idx="390">
                  <c:v>3.8999999999999608</c:v>
                </c:pt>
                <c:pt idx="391">
                  <c:v>3.9099999999999606</c:v>
                </c:pt>
                <c:pt idx="392">
                  <c:v>3.9199999999999604</c:v>
                </c:pt>
                <c:pt idx="393">
                  <c:v>3.9299999999999602</c:v>
                </c:pt>
                <c:pt idx="394">
                  <c:v>3.93999999999996</c:v>
                </c:pt>
                <c:pt idx="395">
                  <c:v>3.9499999999999598</c:v>
                </c:pt>
                <c:pt idx="396">
                  <c:v>3.9599999999999596</c:v>
                </c:pt>
                <c:pt idx="397">
                  <c:v>3.9699999999999593</c:v>
                </c:pt>
                <c:pt idx="398">
                  <c:v>3.9799999999999591</c:v>
                </c:pt>
                <c:pt idx="399">
                  <c:v>3.9899999999999589</c:v>
                </c:pt>
                <c:pt idx="400">
                  <c:v>3.9999999999999587</c:v>
                </c:pt>
                <c:pt idx="401">
                  <c:v>4.0099999999999589</c:v>
                </c:pt>
                <c:pt idx="402">
                  <c:v>4.0199999999999587</c:v>
                </c:pt>
                <c:pt idx="403">
                  <c:v>4.0299999999999585</c:v>
                </c:pt>
                <c:pt idx="404">
                  <c:v>4.0399999999999583</c:v>
                </c:pt>
                <c:pt idx="405">
                  <c:v>4.0499999999999581</c:v>
                </c:pt>
                <c:pt idx="406">
                  <c:v>4.0599999999999579</c:v>
                </c:pt>
                <c:pt idx="407">
                  <c:v>4.0699999999999577</c:v>
                </c:pt>
                <c:pt idx="408">
                  <c:v>4.0799999999999574</c:v>
                </c:pt>
                <c:pt idx="409">
                  <c:v>4.0899999999999572</c:v>
                </c:pt>
                <c:pt idx="410">
                  <c:v>4.099999999999957</c:v>
                </c:pt>
                <c:pt idx="411">
                  <c:v>4.1099999999999568</c:v>
                </c:pt>
                <c:pt idx="412">
                  <c:v>4.1199999999999566</c:v>
                </c:pt>
                <c:pt idx="413">
                  <c:v>4.1299999999999564</c:v>
                </c:pt>
                <c:pt idx="414">
                  <c:v>4.1399999999999562</c:v>
                </c:pt>
                <c:pt idx="415">
                  <c:v>4.1499999999999559</c:v>
                </c:pt>
                <c:pt idx="416">
                  <c:v>4.1599999999999557</c:v>
                </c:pt>
                <c:pt idx="417">
                  <c:v>4.1699999999999555</c:v>
                </c:pt>
                <c:pt idx="418">
                  <c:v>4.1799999999999553</c:v>
                </c:pt>
                <c:pt idx="419">
                  <c:v>4.1899999999999551</c:v>
                </c:pt>
                <c:pt idx="420">
                  <c:v>4.1999999999999549</c:v>
                </c:pt>
                <c:pt idx="421">
                  <c:v>4.2099999999999547</c:v>
                </c:pt>
                <c:pt idx="422">
                  <c:v>4.2199999999999545</c:v>
                </c:pt>
                <c:pt idx="423">
                  <c:v>4.2299999999999542</c:v>
                </c:pt>
                <c:pt idx="424">
                  <c:v>4.239999999999954</c:v>
                </c:pt>
                <c:pt idx="425">
                  <c:v>4.2499999999999538</c:v>
                </c:pt>
                <c:pt idx="426">
                  <c:v>4.2599999999999536</c:v>
                </c:pt>
                <c:pt idx="427">
                  <c:v>4.2699999999999534</c:v>
                </c:pt>
                <c:pt idx="428">
                  <c:v>4.2799999999999532</c:v>
                </c:pt>
                <c:pt idx="429">
                  <c:v>4.289999999999953</c:v>
                </c:pt>
                <c:pt idx="430">
                  <c:v>4.2999999999999527</c:v>
                </c:pt>
                <c:pt idx="431">
                  <c:v>4.3099999999999525</c:v>
                </c:pt>
                <c:pt idx="432">
                  <c:v>4.3199999999999523</c:v>
                </c:pt>
                <c:pt idx="433">
                  <c:v>4.3299999999999521</c:v>
                </c:pt>
                <c:pt idx="434">
                  <c:v>4.3399999999999519</c:v>
                </c:pt>
                <c:pt idx="435">
                  <c:v>4.3499999999999517</c:v>
                </c:pt>
                <c:pt idx="436">
                  <c:v>4.3599999999999515</c:v>
                </c:pt>
                <c:pt idx="437">
                  <c:v>4.3699999999999513</c:v>
                </c:pt>
                <c:pt idx="438">
                  <c:v>4.379999999999951</c:v>
                </c:pt>
                <c:pt idx="439">
                  <c:v>4.3899999999999508</c:v>
                </c:pt>
                <c:pt idx="440">
                  <c:v>4.3999999999999506</c:v>
                </c:pt>
                <c:pt idx="441">
                  <c:v>4.4099999999999504</c:v>
                </c:pt>
                <c:pt idx="442">
                  <c:v>4.4199999999999502</c:v>
                </c:pt>
                <c:pt idx="443">
                  <c:v>4.42999999999995</c:v>
                </c:pt>
                <c:pt idx="444">
                  <c:v>4.4399999999999498</c:v>
                </c:pt>
                <c:pt idx="445">
                  <c:v>4.4499999999999496</c:v>
                </c:pt>
                <c:pt idx="446">
                  <c:v>4.4599999999999493</c:v>
                </c:pt>
                <c:pt idx="447">
                  <c:v>4.4699999999999491</c:v>
                </c:pt>
                <c:pt idx="448">
                  <c:v>4.4799999999999489</c:v>
                </c:pt>
                <c:pt idx="449">
                  <c:v>4.4899999999999487</c:v>
                </c:pt>
                <c:pt idx="450">
                  <c:v>4.4999999999999485</c:v>
                </c:pt>
                <c:pt idx="451">
                  <c:v>4.5099999999999483</c:v>
                </c:pt>
                <c:pt idx="452">
                  <c:v>4.5199999999999481</c:v>
                </c:pt>
                <c:pt idx="453">
                  <c:v>4.5299999999999478</c:v>
                </c:pt>
                <c:pt idx="454">
                  <c:v>4.5399999999999476</c:v>
                </c:pt>
                <c:pt idx="455">
                  <c:v>4.5499999999999474</c:v>
                </c:pt>
                <c:pt idx="456">
                  <c:v>4.5599999999999472</c:v>
                </c:pt>
                <c:pt idx="457">
                  <c:v>4.569999999999947</c:v>
                </c:pt>
                <c:pt idx="458">
                  <c:v>4.5799999999999468</c:v>
                </c:pt>
                <c:pt idx="459">
                  <c:v>4.5899999999999466</c:v>
                </c:pt>
                <c:pt idx="460">
                  <c:v>4.5999999999999464</c:v>
                </c:pt>
                <c:pt idx="461">
                  <c:v>4.6099999999999461</c:v>
                </c:pt>
                <c:pt idx="462">
                  <c:v>4.6199999999999459</c:v>
                </c:pt>
                <c:pt idx="463">
                  <c:v>4.6299999999999457</c:v>
                </c:pt>
                <c:pt idx="464">
                  <c:v>4.6399999999999455</c:v>
                </c:pt>
                <c:pt idx="465">
                  <c:v>4.6499999999999453</c:v>
                </c:pt>
                <c:pt idx="466">
                  <c:v>4.6599999999999451</c:v>
                </c:pt>
                <c:pt idx="467">
                  <c:v>4.6699999999999449</c:v>
                </c:pt>
                <c:pt idx="468">
                  <c:v>4.6799999999999446</c:v>
                </c:pt>
                <c:pt idx="469">
                  <c:v>4.6899999999999444</c:v>
                </c:pt>
                <c:pt idx="470">
                  <c:v>4.6999999999999442</c:v>
                </c:pt>
                <c:pt idx="471">
                  <c:v>4.709999999999944</c:v>
                </c:pt>
                <c:pt idx="472">
                  <c:v>4.7199999999999438</c:v>
                </c:pt>
                <c:pt idx="473">
                  <c:v>4.7299999999999436</c:v>
                </c:pt>
                <c:pt idx="474">
                  <c:v>4.7399999999999434</c:v>
                </c:pt>
                <c:pt idx="475">
                  <c:v>4.7499999999999432</c:v>
                </c:pt>
                <c:pt idx="476">
                  <c:v>4.7599999999999429</c:v>
                </c:pt>
                <c:pt idx="477">
                  <c:v>4.7699999999999427</c:v>
                </c:pt>
                <c:pt idx="478">
                  <c:v>4.7799999999999425</c:v>
                </c:pt>
                <c:pt idx="479">
                  <c:v>4.7899999999999423</c:v>
                </c:pt>
                <c:pt idx="480">
                  <c:v>4.7999999999999421</c:v>
                </c:pt>
                <c:pt idx="481">
                  <c:v>4.8099999999999419</c:v>
                </c:pt>
                <c:pt idx="482">
                  <c:v>4.8199999999999417</c:v>
                </c:pt>
                <c:pt idx="483">
                  <c:v>4.8299999999999415</c:v>
                </c:pt>
                <c:pt idx="484">
                  <c:v>4.8399999999999412</c:v>
                </c:pt>
                <c:pt idx="485">
                  <c:v>4.849999999999941</c:v>
                </c:pt>
                <c:pt idx="486">
                  <c:v>4.8599999999999408</c:v>
                </c:pt>
                <c:pt idx="487">
                  <c:v>4.8699999999999406</c:v>
                </c:pt>
                <c:pt idx="488">
                  <c:v>4.8799999999999404</c:v>
                </c:pt>
                <c:pt idx="489">
                  <c:v>4.8899999999999402</c:v>
                </c:pt>
                <c:pt idx="490">
                  <c:v>4.89999999999994</c:v>
                </c:pt>
                <c:pt idx="491">
                  <c:v>4.9099999999999397</c:v>
                </c:pt>
                <c:pt idx="492">
                  <c:v>4.9199999999999395</c:v>
                </c:pt>
                <c:pt idx="493">
                  <c:v>4.9299999999999393</c:v>
                </c:pt>
                <c:pt idx="494">
                  <c:v>4.9399999999999391</c:v>
                </c:pt>
                <c:pt idx="495">
                  <c:v>4.9499999999999389</c:v>
                </c:pt>
                <c:pt idx="496">
                  <c:v>4.9599999999999387</c:v>
                </c:pt>
                <c:pt idx="497">
                  <c:v>4.9699999999999385</c:v>
                </c:pt>
                <c:pt idx="498">
                  <c:v>4.9799999999999383</c:v>
                </c:pt>
                <c:pt idx="499">
                  <c:v>4.989999999999938</c:v>
                </c:pt>
                <c:pt idx="500">
                  <c:v>4.9999999999999378</c:v>
                </c:pt>
                <c:pt idx="501">
                  <c:v>5.0099999999999376</c:v>
                </c:pt>
                <c:pt idx="502">
                  <c:v>5.0199999999999374</c:v>
                </c:pt>
                <c:pt idx="503">
                  <c:v>5.0299999999999372</c:v>
                </c:pt>
                <c:pt idx="504">
                  <c:v>5.039999999999937</c:v>
                </c:pt>
                <c:pt idx="505">
                  <c:v>5.0499999999999368</c:v>
                </c:pt>
                <c:pt idx="506">
                  <c:v>5.0599999999999365</c:v>
                </c:pt>
                <c:pt idx="507">
                  <c:v>5.0699999999999363</c:v>
                </c:pt>
                <c:pt idx="508">
                  <c:v>5.0799999999999361</c:v>
                </c:pt>
                <c:pt idx="509">
                  <c:v>5.0899999999999359</c:v>
                </c:pt>
                <c:pt idx="510">
                  <c:v>5.0999999999999357</c:v>
                </c:pt>
                <c:pt idx="511">
                  <c:v>5.1099999999999355</c:v>
                </c:pt>
                <c:pt idx="512">
                  <c:v>5.1199999999999353</c:v>
                </c:pt>
                <c:pt idx="513">
                  <c:v>5.1299999999999351</c:v>
                </c:pt>
                <c:pt idx="514">
                  <c:v>5.1399999999999348</c:v>
                </c:pt>
                <c:pt idx="515">
                  <c:v>5.1499999999999346</c:v>
                </c:pt>
                <c:pt idx="516">
                  <c:v>5.1599999999999344</c:v>
                </c:pt>
                <c:pt idx="517">
                  <c:v>5.1699999999999342</c:v>
                </c:pt>
                <c:pt idx="518">
                  <c:v>5.179999999999934</c:v>
                </c:pt>
                <c:pt idx="519">
                  <c:v>5.1899999999999338</c:v>
                </c:pt>
                <c:pt idx="520">
                  <c:v>5.1999999999999336</c:v>
                </c:pt>
                <c:pt idx="521">
                  <c:v>5.2099999999999334</c:v>
                </c:pt>
                <c:pt idx="522">
                  <c:v>5.2199999999999331</c:v>
                </c:pt>
                <c:pt idx="523">
                  <c:v>5.2299999999999329</c:v>
                </c:pt>
                <c:pt idx="524">
                  <c:v>5.2399999999999327</c:v>
                </c:pt>
                <c:pt idx="525">
                  <c:v>5.2499999999999325</c:v>
                </c:pt>
                <c:pt idx="526">
                  <c:v>5.2599999999999323</c:v>
                </c:pt>
                <c:pt idx="527">
                  <c:v>5.2699999999999321</c:v>
                </c:pt>
                <c:pt idx="528">
                  <c:v>5.2799999999999319</c:v>
                </c:pt>
                <c:pt idx="529">
                  <c:v>5.2899999999999316</c:v>
                </c:pt>
                <c:pt idx="530">
                  <c:v>5.2999999999999314</c:v>
                </c:pt>
                <c:pt idx="531">
                  <c:v>5.3099999999999312</c:v>
                </c:pt>
                <c:pt idx="532">
                  <c:v>5.319999999999931</c:v>
                </c:pt>
                <c:pt idx="533">
                  <c:v>5.3299999999999308</c:v>
                </c:pt>
                <c:pt idx="534">
                  <c:v>5.3399999999999306</c:v>
                </c:pt>
                <c:pt idx="535">
                  <c:v>5.3499999999999304</c:v>
                </c:pt>
                <c:pt idx="536">
                  <c:v>5.3599999999999302</c:v>
                </c:pt>
                <c:pt idx="537">
                  <c:v>5.3699999999999299</c:v>
                </c:pt>
                <c:pt idx="538">
                  <c:v>5.3799999999999297</c:v>
                </c:pt>
                <c:pt idx="539">
                  <c:v>5.3899999999999295</c:v>
                </c:pt>
                <c:pt idx="540">
                  <c:v>5.3999999999999293</c:v>
                </c:pt>
                <c:pt idx="541">
                  <c:v>5.4099999999999291</c:v>
                </c:pt>
                <c:pt idx="542">
                  <c:v>5.4199999999999289</c:v>
                </c:pt>
                <c:pt idx="543">
                  <c:v>5.4299999999999287</c:v>
                </c:pt>
                <c:pt idx="544">
                  <c:v>5.4399999999999284</c:v>
                </c:pt>
                <c:pt idx="545">
                  <c:v>5.4499999999999282</c:v>
                </c:pt>
                <c:pt idx="546">
                  <c:v>5.459999999999928</c:v>
                </c:pt>
                <c:pt idx="547">
                  <c:v>5.4699999999999278</c:v>
                </c:pt>
                <c:pt idx="548">
                  <c:v>5.4799999999999276</c:v>
                </c:pt>
                <c:pt idx="549">
                  <c:v>5.4899999999999274</c:v>
                </c:pt>
                <c:pt idx="550">
                  <c:v>5.4999999999999272</c:v>
                </c:pt>
                <c:pt idx="551">
                  <c:v>5.509999999999927</c:v>
                </c:pt>
                <c:pt idx="552">
                  <c:v>5.5199999999999267</c:v>
                </c:pt>
                <c:pt idx="553">
                  <c:v>5.5299999999999265</c:v>
                </c:pt>
                <c:pt idx="554">
                  <c:v>5.5399999999999263</c:v>
                </c:pt>
                <c:pt idx="555">
                  <c:v>5.5499999999999261</c:v>
                </c:pt>
                <c:pt idx="556">
                  <c:v>5.5599999999999259</c:v>
                </c:pt>
                <c:pt idx="557">
                  <c:v>5.5699999999999257</c:v>
                </c:pt>
                <c:pt idx="558">
                  <c:v>5.5799999999999255</c:v>
                </c:pt>
                <c:pt idx="559">
                  <c:v>5.5899999999999253</c:v>
                </c:pt>
                <c:pt idx="560">
                  <c:v>5.599999999999925</c:v>
                </c:pt>
                <c:pt idx="561">
                  <c:v>5.6099999999999248</c:v>
                </c:pt>
                <c:pt idx="562">
                  <c:v>5.6199999999999246</c:v>
                </c:pt>
                <c:pt idx="563">
                  <c:v>5.6299999999999244</c:v>
                </c:pt>
                <c:pt idx="564">
                  <c:v>5.6399999999999242</c:v>
                </c:pt>
                <c:pt idx="565">
                  <c:v>5.649999999999924</c:v>
                </c:pt>
                <c:pt idx="566">
                  <c:v>5.6599999999999238</c:v>
                </c:pt>
                <c:pt idx="567">
                  <c:v>5.6699999999999235</c:v>
                </c:pt>
                <c:pt idx="568">
                  <c:v>5.6799999999999233</c:v>
                </c:pt>
                <c:pt idx="569">
                  <c:v>5.6899999999999231</c:v>
                </c:pt>
                <c:pt idx="570">
                  <c:v>5.6999999999999229</c:v>
                </c:pt>
                <c:pt idx="571">
                  <c:v>5.7099999999999227</c:v>
                </c:pt>
                <c:pt idx="572">
                  <c:v>5.7199999999999225</c:v>
                </c:pt>
                <c:pt idx="573">
                  <c:v>5.7299999999999223</c:v>
                </c:pt>
                <c:pt idx="574">
                  <c:v>5.7399999999999221</c:v>
                </c:pt>
                <c:pt idx="575">
                  <c:v>5.7499999999999218</c:v>
                </c:pt>
                <c:pt idx="576">
                  <c:v>5.7599999999999216</c:v>
                </c:pt>
                <c:pt idx="577">
                  <c:v>5.7699999999999214</c:v>
                </c:pt>
                <c:pt idx="578">
                  <c:v>5.7799999999999212</c:v>
                </c:pt>
                <c:pt idx="579">
                  <c:v>5.789999999999921</c:v>
                </c:pt>
                <c:pt idx="580">
                  <c:v>5.7999999999999208</c:v>
                </c:pt>
                <c:pt idx="581">
                  <c:v>5.8099999999999206</c:v>
                </c:pt>
                <c:pt idx="582">
                  <c:v>5.8199999999999203</c:v>
                </c:pt>
                <c:pt idx="583">
                  <c:v>5.8299999999999201</c:v>
                </c:pt>
                <c:pt idx="584">
                  <c:v>5.8399999999999199</c:v>
                </c:pt>
                <c:pt idx="585">
                  <c:v>5.8499999999999197</c:v>
                </c:pt>
                <c:pt idx="586">
                  <c:v>5.8599999999999195</c:v>
                </c:pt>
                <c:pt idx="587">
                  <c:v>5.8699999999999193</c:v>
                </c:pt>
                <c:pt idx="588">
                  <c:v>5.8799999999999191</c:v>
                </c:pt>
                <c:pt idx="589">
                  <c:v>5.8899999999999189</c:v>
                </c:pt>
                <c:pt idx="590">
                  <c:v>5.8999999999999186</c:v>
                </c:pt>
                <c:pt idx="591">
                  <c:v>5.9099999999999184</c:v>
                </c:pt>
                <c:pt idx="592">
                  <c:v>5.9199999999999182</c:v>
                </c:pt>
                <c:pt idx="593">
                  <c:v>5.929999999999918</c:v>
                </c:pt>
                <c:pt idx="594">
                  <c:v>5.9399999999999178</c:v>
                </c:pt>
                <c:pt idx="595">
                  <c:v>5.9499999999999176</c:v>
                </c:pt>
                <c:pt idx="596">
                  <c:v>5.9599999999999174</c:v>
                </c:pt>
                <c:pt idx="597">
                  <c:v>5.9699999999999172</c:v>
                </c:pt>
                <c:pt idx="598">
                  <c:v>5.9799999999999169</c:v>
                </c:pt>
                <c:pt idx="599">
                  <c:v>5.9899999999999167</c:v>
                </c:pt>
                <c:pt idx="600">
                  <c:v>5.9999999999999165</c:v>
                </c:pt>
                <c:pt idx="601">
                  <c:v>6.0099999999999163</c:v>
                </c:pt>
                <c:pt idx="602">
                  <c:v>6.0199999999999161</c:v>
                </c:pt>
                <c:pt idx="603">
                  <c:v>6.0299999999999159</c:v>
                </c:pt>
                <c:pt idx="604">
                  <c:v>6.0399999999999157</c:v>
                </c:pt>
                <c:pt idx="605">
                  <c:v>6.0499999999999154</c:v>
                </c:pt>
                <c:pt idx="606">
                  <c:v>6.0599999999999152</c:v>
                </c:pt>
                <c:pt idx="607">
                  <c:v>6.069999999999915</c:v>
                </c:pt>
                <c:pt idx="608">
                  <c:v>6.0799999999999148</c:v>
                </c:pt>
                <c:pt idx="609">
                  <c:v>6.0899999999999146</c:v>
                </c:pt>
                <c:pt idx="610">
                  <c:v>6.0999999999999144</c:v>
                </c:pt>
                <c:pt idx="611">
                  <c:v>6.1099999999999142</c:v>
                </c:pt>
                <c:pt idx="612">
                  <c:v>6.119999999999914</c:v>
                </c:pt>
                <c:pt idx="613">
                  <c:v>6.1299999999999137</c:v>
                </c:pt>
                <c:pt idx="614">
                  <c:v>6.1399999999999135</c:v>
                </c:pt>
                <c:pt idx="615">
                  <c:v>6.1499999999999133</c:v>
                </c:pt>
                <c:pt idx="616">
                  <c:v>6.1599999999999131</c:v>
                </c:pt>
                <c:pt idx="617">
                  <c:v>6.1699999999999129</c:v>
                </c:pt>
                <c:pt idx="618">
                  <c:v>6.1799999999999127</c:v>
                </c:pt>
                <c:pt idx="619">
                  <c:v>6.1899999999999125</c:v>
                </c:pt>
                <c:pt idx="620">
                  <c:v>6.1999999999999122</c:v>
                </c:pt>
                <c:pt idx="621">
                  <c:v>6.209999999999912</c:v>
                </c:pt>
                <c:pt idx="622">
                  <c:v>6.2199999999999118</c:v>
                </c:pt>
                <c:pt idx="623">
                  <c:v>6.2299999999999116</c:v>
                </c:pt>
                <c:pt idx="624">
                  <c:v>6.2399999999999114</c:v>
                </c:pt>
                <c:pt idx="625">
                  <c:v>6.2499999999999112</c:v>
                </c:pt>
                <c:pt idx="626">
                  <c:v>6.259999999999911</c:v>
                </c:pt>
                <c:pt idx="627">
                  <c:v>6.2699999999999108</c:v>
                </c:pt>
                <c:pt idx="628">
                  <c:v>6.2799999999999105</c:v>
                </c:pt>
                <c:pt idx="629">
                  <c:v>6.2899999999999103</c:v>
                </c:pt>
                <c:pt idx="630">
                  <c:v>6.2999999999999101</c:v>
                </c:pt>
                <c:pt idx="631">
                  <c:v>6.3099999999999099</c:v>
                </c:pt>
                <c:pt idx="632">
                  <c:v>6.3199999999999097</c:v>
                </c:pt>
                <c:pt idx="633">
                  <c:v>6.3299999999999095</c:v>
                </c:pt>
                <c:pt idx="634">
                  <c:v>6.3399999999999093</c:v>
                </c:pt>
                <c:pt idx="635">
                  <c:v>6.3499999999999091</c:v>
                </c:pt>
                <c:pt idx="636">
                  <c:v>6.3599999999999088</c:v>
                </c:pt>
                <c:pt idx="637">
                  <c:v>6.3699999999999086</c:v>
                </c:pt>
                <c:pt idx="638">
                  <c:v>6.3799999999999084</c:v>
                </c:pt>
                <c:pt idx="639">
                  <c:v>6.3899999999999082</c:v>
                </c:pt>
                <c:pt idx="640">
                  <c:v>6.399999999999908</c:v>
                </c:pt>
                <c:pt idx="641">
                  <c:v>6.4099999999999078</c:v>
                </c:pt>
                <c:pt idx="642">
                  <c:v>6.4199999999999076</c:v>
                </c:pt>
                <c:pt idx="643">
                  <c:v>6.4299999999999073</c:v>
                </c:pt>
                <c:pt idx="644">
                  <c:v>6.4399999999999071</c:v>
                </c:pt>
                <c:pt idx="645">
                  <c:v>6.4499999999999069</c:v>
                </c:pt>
                <c:pt idx="646">
                  <c:v>6.4599999999999067</c:v>
                </c:pt>
                <c:pt idx="647">
                  <c:v>6.4699999999999065</c:v>
                </c:pt>
                <c:pt idx="648">
                  <c:v>6.4799999999999063</c:v>
                </c:pt>
                <c:pt idx="649">
                  <c:v>6.4899999999999061</c:v>
                </c:pt>
                <c:pt idx="650">
                  <c:v>6.4999999999999059</c:v>
                </c:pt>
                <c:pt idx="651">
                  <c:v>6.5099999999999056</c:v>
                </c:pt>
                <c:pt idx="652">
                  <c:v>6.5199999999999054</c:v>
                </c:pt>
                <c:pt idx="653">
                  <c:v>6.5299999999999052</c:v>
                </c:pt>
                <c:pt idx="654">
                  <c:v>6.539999999999905</c:v>
                </c:pt>
                <c:pt idx="655">
                  <c:v>6.5499999999999048</c:v>
                </c:pt>
                <c:pt idx="656">
                  <c:v>6.5599999999999046</c:v>
                </c:pt>
                <c:pt idx="657">
                  <c:v>6.5699999999999044</c:v>
                </c:pt>
                <c:pt idx="658">
                  <c:v>6.5799999999999041</c:v>
                </c:pt>
                <c:pt idx="659">
                  <c:v>6.5899999999999039</c:v>
                </c:pt>
                <c:pt idx="660">
                  <c:v>6.5999999999999037</c:v>
                </c:pt>
                <c:pt idx="661">
                  <c:v>6.6099999999999035</c:v>
                </c:pt>
                <c:pt idx="662">
                  <c:v>6.6199999999999033</c:v>
                </c:pt>
                <c:pt idx="663">
                  <c:v>6.6299999999999031</c:v>
                </c:pt>
                <c:pt idx="664">
                  <c:v>6.6399999999999029</c:v>
                </c:pt>
                <c:pt idx="665">
                  <c:v>6.6499999999999027</c:v>
                </c:pt>
                <c:pt idx="666">
                  <c:v>6.6599999999999024</c:v>
                </c:pt>
                <c:pt idx="667">
                  <c:v>6.6699999999999022</c:v>
                </c:pt>
                <c:pt idx="668">
                  <c:v>6.679999999999902</c:v>
                </c:pt>
                <c:pt idx="669">
                  <c:v>6.6899999999999018</c:v>
                </c:pt>
                <c:pt idx="670">
                  <c:v>6.6999999999999016</c:v>
                </c:pt>
                <c:pt idx="671">
                  <c:v>6.7099999999999014</c:v>
                </c:pt>
                <c:pt idx="672">
                  <c:v>6.7199999999999012</c:v>
                </c:pt>
                <c:pt idx="673">
                  <c:v>6.729999999999901</c:v>
                </c:pt>
                <c:pt idx="674">
                  <c:v>6.7399999999999007</c:v>
                </c:pt>
                <c:pt idx="675">
                  <c:v>6.7499999999999005</c:v>
                </c:pt>
                <c:pt idx="676">
                  <c:v>6.7599999999999003</c:v>
                </c:pt>
                <c:pt idx="677">
                  <c:v>6.7699999999999001</c:v>
                </c:pt>
                <c:pt idx="678">
                  <c:v>6.7799999999998999</c:v>
                </c:pt>
                <c:pt idx="679">
                  <c:v>6.7899999999998997</c:v>
                </c:pt>
                <c:pt idx="680">
                  <c:v>6.7999999999998995</c:v>
                </c:pt>
                <c:pt idx="681">
                  <c:v>6.8099999999998992</c:v>
                </c:pt>
                <c:pt idx="682">
                  <c:v>6.819999999999899</c:v>
                </c:pt>
                <c:pt idx="683">
                  <c:v>6.8299999999998988</c:v>
                </c:pt>
                <c:pt idx="684">
                  <c:v>6.8399999999998986</c:v>
                </c:pt>
                <c:pt idx="685">
                  <c:v>6.8499999999998984</c:v>
                </c:pt>
                <c:pt idx="686">
                  <c:v>6.8599999999998982</c:v>
                </c:pt>
                <c:pt idx="687">
                  <c:v>6.869999999999898</c:v>
                </c:pt>
                <c:pt idx="688">
                  <c:v>6.8799999999998978</c:v>
                </c:pt>
                <c:pt idx="689">
                  <c:v>6.8899999999998975</c:v>
                </c:pt>
                <c:pt idx="690">
                  <c:v>6.8999999999998973</c:v>
                </c:pt>
                <c:pt idx="691">
                  <c:v>6.9099999999998971</c:v>
                </c:pt>
                <c:pt idx="692">
                  <c:v>6.9199999999998969</c:v>
                </c:pt>
                <c:pt idx="693">
                  <c:v>6.9299999999998967</c:v>
                </c:pt>
                <c:pt idx="694">
                  <c:v>6.9399999999998965</c:v>
                </c:pt>
                <c:pt idx="695">
                  <c:v>6.9499999999998963</c:v>
                </c:pt>
                <c:pt idx="696">
                  <c:v>6.959999999999896</c:v>
                </c:pt>
                <c:pt idx="697">
                  <c:v>6.9699999999998958</c:v>
                </c:pt>
                <c:pt idx="698">
                  <c:v>6.9799999999998956</c:v>
                </c:pt>
                <c:pt idx="699">
                  <c:v>6.9899999999998954</c:v>
                </c:pt>
                <c:pt idx="700">
                  <c:v>6.9999999999998952</c:v>
                </c:pt>
                <c:pt idx="701">
                  <c:v>7.009999999999895</c:v>
                </c:pt>
                <c:pt idx="702">
                  <c:v>7.0199999999998948</c:v>
                </c:pt>
                <c:pt idx="703">
                  <c:v>7.0299999999998946</c:v>
                </c:pt>
                <c:pt idx="704">
                  <c:v>7.0399999999998943</c:v>
                </c:pt>
                <c:pt idx="705">
                  <c:v>7.0499999999998941</c:v>
                </c:pt>
                <c:pt idx="706">
                  <c:v>7.0599999999998939</c:v>
                </c:pt>
                <c:pt idx="707">
                  <c:v>7.0699999999998937</c:v>
                </c:pt>
                <c:pt idx="708">
                  <c:v>7.0799999999998935</c:v>
                </c:pt>
                <c:pt idx="709">
                  <c:v>7.0899999999998933</c:v>
                </c:pt>
                <c:pt idx="710">
                  <c:v>7.0999999999998931</c:v>
                </c:pt>
                <c:pt idx="711">
                  <c:v>7.1099999999998929</c:v>
                </c:pt>
                <c:pt idx="712">
                  <c:v>7.1199999999998926</c:v>
                </c:pt>
                <c:pt idx="713">
                  <c:v>7.1299999999998924</c:v>
                </c:pt>
                <c:pt idx="714">
                  <c:v>7.1399999999998922</c:v>
                </c:pt>
                <c:pt idx="715">
                  <c:v>7.149999999999892</c:v>
                </c:pt>
                <c:pt idx="716">
                  <c:v>7.1599999999998918</c:v>
                </c:pt>
                <c:pt idx="717">
                  <c:v>7.1699999999998916</c:v>
                </c:pt>
                <c:pt idx="718">
                  <c:v>7.1799999999998914</c:v>
                </c:pt>
                <c:pt idx="719">
                  <c:v>7.1899999999998911</c:v>
                </c:pt>
                <c:pt idx="720">
                  <c:v>7.1999999999998909</c:v>
                </c:pt>
                <c:pt idx="721">
                  <c:v>7.2099999999998907</c:v>
                </c:pt>
                <c:pt idx="722">
                  <c:v>7.2199999999998905</c:v>
                </c:pt>
                <c:pt idx="723">
                  <c:v>7.2299999999998903</c:v>
                </c:pt>
                <c:pt idx="724">
                  <c:v>7.2399999999998901</c:v>
                </c:pt>
                <c:pt idx="725">
                  <c:v>7.2499999999998899</c:v>
                </c:pt>
                <c:pt idx="726">
                  <c:v>7.2599999999998897</c:v>
                </c:pt>
                <c:pt idx="727">
                  <c:v>7.2699999999998894</c:v>
                </c:pt>
                <c:pt idx="728">
                  <c:v>7.2799999999998892</c:v>
                </c:pt>
                <c:pt idx="729">
                  <c:v>7.289999999999889</c:v>
                </c:pt>
                <c:pt idx="730">
                  <c:v>7.2999999999998888</c:v>
                </c:pt>
                <c:pt idx="731">
                  <c:v>7.3099999999998886</c:v>
                </c:pt>
                <c:pt idx="732">
                  <c:v>7.3199999999998884</c:v>
                </c:pt>
                <c:pt idx="733">
                  <c:v>7.3299999999998882</c:v>
                </c:pt>
                <c:pt idx="734">
                  <c:v>7.3399999999998879</c:v>
                </c:pt>
                <c:pt idx="735">
                  <c:v>7.3499999999998877</c:v>
                </c:pt>
                <c:pt idx="736">
                  <c:v>7.3599999999998875</c:v>
                </c:pt>
                <c:pt idx="737">
                  <c:v>7.3699999999998873</c:v>
                </c:pt>
                <c:pt idx="738">
                  <c:v>7.3799999999998871</c:v>
                </c:pt>
                <c:pt idx="739">
                  <c:v>7.3899999999998869</c:v>
                </c:pt>
                <c:pt idx="740">
                  <c:v>7.3999999999998867</c:v>
                </c:pt>
                <c:pt idx="741">
                  <c:v>7.4099999999998865</c:v>
                </c:pt>
                <c:pt idx="742">
                  <c:v>7.4199999999998862</c:v>
                </c:pt>
                <c:pt idx="743">
                  <c:v>7.429999999999886</c:v>
                </c:pt>
                <c:pt idx="744">
                  <c:v>7.4399999999998858</c:v>
                </c:pt>
                <c:pt idx="745">
                  <c:v>7.4499999999998856</c:v>
                </c:pt>
                <c:pt idx="746">
                  <c:v>7.4599999999998854</c:v>
                </c:pt>
                <c:pt idx="747">
                  <c:v>7.4699999999998852</c:v>
                </c:pt>
                <c:pt idx="748">
                  <c:v>7.479999999999885</c:v>
                </c:pt>
                <c:pt idx="749">
                  <c:v>7.4899999999998847</c:v>
                </c:pt>
                <c:pt idx="750">
                  <c:v>7.4999999999998845</c:v>
                </c:pt>
                <c:pt idx="751">
                  <c:v>7.5099999999998843</c:v>
                </c:pt>
                <c:pt idx="752">
                  <c:v>7.5199999999998841</c:v>
                </c:pt>
                <c:pt idx="753">
                  <c:v>7.5299999999998839</c:v>
                </c:pt>
                <c:pt idx="754">
                  <c:v>7.5399999999998837</c:v>
                </c:pt>
                <c:pt idx="755">
                  <c:v>7.5499999999998835</c:v>
                </c:pt>
                <c:pt idx="756">
                  <c:v>7.5599999999998833</c:v>
                </c:pt>
                <c:pt idx="757">
                  <c:v>7.569999999999883</c:v>
                </c:pt>
                <c:pt idx="758">
                  <c:v>7.5799999999998828</c:v>
                </c:pt>
                <c:pt idx="759">
                  <c:v>7.5899999999998826</c:v>
                </c:pt>
                <c:pt idx="760">
                  <c:v>7.5999999999998824</c:v>
                </c:pt>
                <c:pt idx="761">
                  <c:v>7.6099999999998822</c:v>
                </c:pt>
                <c:pt idx="762">
                  <c:v>7.619999999999882</c:v>
                </c:pt>
                <c:pt idx="763">
                  <c:v>7.6299999999998818</c:v>
                </c:pt>
                <c:pt idx="764">
                  <c:v>7.6399999999998816</c:v>
                </c:pt>
                <c:pt idx="765">
                  <c:v>7.6499999999998813</c:v>
                </c:pt>
                <c:pt idx="766">
                  <c:v>7.6599999999998811</c:v>
                </c:pt>
                <c:pt idx="767">
                  <c:v>7.6699999999998809</c:v>
                </c:pt>
                <c:pt idx="768">
                  <c:v>7.6799999999998807</c:v>
                </c:pt>
                <c:pt idx="769">
                  <c:v>7.6899999999998805</c:v>
                </c:pt>
                <c:pt idx="770">
                  <c:v>7.6999999999998803</c:v>
                </c:pt>
                <c:pt idx="771">
                  <c:v>7.7099999999998801</c:v>
                </c:pt>
                <c:pt idx="772">
                  <c:v>7.7199999999998798</c:v>
                </c:pt>
                <c:pt idx="773">
                  <c:v>7.7299999999998796</c:v>
                </c:pt>
                <c:pt idx="774">
                  <c:v>7.7399999999998794</c:v>
                </c:pt>
                <c:pt idx="775">
                  <c:v>7.7499999999998792</c:v>
                </c:pt>
                <c:pt idx="776">
                  <c:v>7.759999999999879</c:v>
                </c:pt>
                <c:pt idx="777">
                  <c:v>7.7699999999998788</c:v>
                </c:pt>
                <c:pt idx="778">
                  <c:v>7.7799999999998786</c:v>
                </c:pt>
                <c:pt idx="779">
                  <c:v>7.7899999999998784</c:v>
                </c:pt>
                <c:pt idx="780">
                  <c:v>7.7999999999998781</c:v>
                </c:pt>
                <c:pt idx="781">
                  <c:v>7.8099999999998779</c:v>
                </c:pt>
                <c:pt idx="782">
                  <c:v>7.8199999999998777</c:v>
                </c:pt>
                <c:pt idx="783">
                  <c:v>7.8299999999998775</c:v>
                </c:pt>
                <c:pt idx="784">
                  <c:v>7.8399999999998773</c:v>
                </c:pt>
                <c:pt idx="785">
                  <c:v>7.8499999999998771</c:v>
                </c:pt>
                <c:pt idx="786">
                  <c:v>7.8599999999998769</c:v>
                </c:pt>
                <c:pt idx="787">
                  <c:v>7.8699999999998766</c:v>
                </c:pt>
                <c:pt idx="788">
                  <c:v>7.8799999999998764</c:v>
                </c:pt>
                <c:pt idx="789">
                  <c:v>7.8899999999998762</c:v>
                </c:pt>
                <c:pt idx="790">
                  <c:v>7.899999999999876</c:v>
                </c:pt>
                <c:pt idx="791">
                  <c:v>7.9099999999998758</c:v>
                </c:pt>
                <c:pt idx="792">
                  <c:v>7.9199999999998756</c:v>
                </c:pt>
                <c:pt idx="793">
                  <c:v>7.9299999999998754</c:v>
                </c:pt>
                <c:pt idx="794">
                  <c:v>7.9399999999998752</c:v>
                </c:pt>
                <c:pt idx="795">
                  <c:v>7.9499999999998749</c:v>
                </c:pt>
                <c:pt idx="796">
                  <c:v>7.9599999999998747</c:v>
                </c:pt>
                <c:pt idx="797">
                  <c:v>7.9699999999998745</c:v>
                </c:pt>
                <c:pt idx="798">
                  <c:v>7.9799999999998743</c:v>
                </c:pt>
                <c:pt idx="799">
                  <c:v>7.9899999999998741</c:v>
                </c:pt>
                <c:pt idx="800">
                  <c:v>7.9999999999998739</c:v>
                </c:pt>
                <c:pt idx="801">
                  <c:v>8.0099999999998737</c:v>
                </c:pt>
                <c:pt idx="802">
                  <c:v>8.0199999999998735</c:v>
                </c:pt>
                <c:pt idx="803">
                  <c:v>8.0299999999998732</c:v>
                </c:pt>
                <c:pt idx="804">
                  <c:v>8.039999999999873</c:v>
                </c:pt>
                <c:pt idx="805">
                  <c:v>8.0499999999998728</c:v>
                </c:pt>
                <c:pt idx="806">
                  <c:v>8.0599999999998726</c:v>
                </c:pt>
                <c:pt idx="807">
                  <c:v>8.0699999999998724</c:v>
                </c:pt>
                <c:pt idx="808">
                  <c:v>8.0799999999998722</c:v>
                </c:pt>
                <c:pt idx="809">
                  <c:v>8.089999999999872</c:v>
                </c:pt>
                <c:pt idx="810">
                  <c:v>8.0999999999998717</c:v>
                </c:pt>
                <c:pt idx="811">
                  <c:v>8.1099999999998715</c:v>
                </c:pt>
                <c:pt idx="812">
                  <c:v>8.1199999999998713</c:v>
                </c:pt>
                <c:pt idx="813">
                  <c:v>8.1299999999998711</c:v>
                </c:pt>
                <c:pt idx="814">
                  <c:v>8.1399999999998709</c:v>
                </c:pt>
                <c:pt idx="815">
                  <c:v>8.1499999999998707</c:v>
                </c:pt>
                <c:pt idx="816">
                  <c:v>8.1599999999998705</c:v>
                </c:pt>
                <c:pt idx="817">
                  <c:v>8.1699999999998703</c:v>
                </c:pt>
                <c:pt idx="818">
                  <c:v>8.17999999999987</c:v>
                </c:pt>
                <c:pt idx="819">
                  <c:v>8.1899999999998698</c:v>
                </c:pt>
                <c:pt idx="820">
                  <c:v>8.1999999999998696</c:v>
                </c:pt>
                <c:pt idx="821">
                  <c:v>8.2099999999998694</c:v>
                </c:pt>
                <c:pt idx="822">
                  <c:v>8.2199999999998692</c:v>
                </c:pt>
                <c:pt idx="823">
                  <c:v>8.229999999999869</c:v>
                </c:pt>
                <c:pt idx="824">
                  <c:v>8.2399999999998688</c:v>
                </c:pt>
                <c:pt idx="825">
                  <c:v>8.2499999999998685</c:v>
                </c:pt>
                <c:pt idx="826">
                  <c:v>8.2599999999998683</c:v>
                </c:pt>
                <c:pt idx="827">
                  <c:v>8.2699999999998681</c:v>
                </c:pt>
                <c:pt idx="828">
                  <c:v>8.2799999999998679</c:v>
                </c:pt>
                <c:pt idx="829">
                  <c:v>8.2899999999998677</c:v>
                </c:pt>
                <c:pt idx="830">
                  <c:v>8.2999999999998675</c:v>
                </c:pt>
                <c:pt idx="831">
                  <c:v>8.3099999999998673</c:v>
                </c:pt>
                <c:pt idx="832">
                  <c:v>8.3199999999998671</c:v>
                </c:pt>
                <c:pt idx="833">
                  <c:v>8.3299999999998668</c:v>
                </c:pt>
                <c:pt idx="834">
                  <c:v>8.3399999999998666</c:v>
                </c:pt>
                <c:pt idx="835">
                  <c:v>8.3499999999998664</c:v>
                </c:pt>
                <c:pt idx="836">
                  <c:v>8.3599999999998662</c:v>
                </c:pt>
                <c:pt idx="837">
                  <c:v>8.369999999999866</c:v>
                </c:pt>
                <c:pt idx="838">
                  <c:v>8.3799999999998658</c:v>
                </c:pt>
                <c:pt idx="839">
                  <c:v>8.3899999999998656</c:v>
                </c:pt>
                <c:pt idx="840">
                  <c:v>8.3999999999998654</c:v>
                </c:pt>
                <c:pt idx="841">
                  <c:v>8.4099999999998651</c:v>
                </c:pt>
                <c:pt idx="842">
                  <c:v>8.4199999999998649</c:v>
                </c:pt>
                <c:pt idx="843">
                  <c:v>8.4299999999998647</c:v>
                </c:pt>
                <c:pt idx="844">
                  <c:v>8.4399999999998645</c:v>
                </c:pt>
                <c:pt idx="845">
                  <c:v>8.4499999999998643</c:v>
                </c:pt>
                <c:pt idx="846">
                  <c:v>8.4599999999998641</c:v>
                </c:pt>
                <c:pt idx="847">
                  <c:v>8.4699999999998639</c:v>
                </c:pt>
                <c:pt idx="848">
                  <c:v>8.4799999999998636</c:v>
                </c:pt>
                <c:pt idx="849">
                  <c:v>8.4899999999998634</c:v>
                </c:pt>
                <c:pt idx="850">
                  <c:v>8.4999999999998632</c:v>
                </c:pt>
                <c:pt idx="851">
                  <c:v>8.509999999999863</c:v>
                </c:pt>
                <c:pt idx="852">
                  <c:v>8.5199999999998628</c:v>
                </c:pt>
                <c:pt idx="853">
                  <c:v>8.5299999999998626</c:v>
                </c:pt>
                <c:pt idx="854">
                  <c:v>8.5399999999998624</c:v>
                </c:pt>
                <c:pt idx="855">
                  <c:v>8.5499999999998622</c:v>
                </c:pt>
                <c:pt idx="856">
                  <c:v>8.5599999999998619</c:v>
                </c:pt>
                <c:pt idx="857">
                  <c:v>8.5699999999998617</c:v>
                </c:pt>
                <c:pt idx="858">
                  <c:v>8.5799999999998615</c:v>
                </c:pt>
                <c:pt idx="859">
                  <c:v>8.5899999999998613</c:v>
                </c:pt>
                <c:pt idx="860">
                  <c:v>8.5999999999998611</c:v>
                </c:pt>
                <c:pt idx="861">
                  <c:v>8.6099999999998609</c:v>
                </c:pt>
                <c:pt idx="862">
                  <c:v>8.6199999999998607</c:v>
                </c:pt>
                <c:pt idx="863">
                  <c:v>8.6299999999998604</c:v>
                </c:pt>
                <c:pt idx="864">
                  <c:v>8.6399999999998602</c:v>
                </c:pt>
                <c:pt idx="865">
                  <c:v>8.64999999999986</c:v>
                </c:pt>
                <c:pt idx="866">
                  <c:v>8.6599999999998598</c:v>
                </c:pt>
                <c:pt idx="867">
                  <c:v>8.6699999999998596</c:v>
                </c:pt>
                <c:pt idx="868">
                  <c:v>8.6799999999998594</c:v>
                </c:pt>
                <c:pt idx="869">
                  <c:v>8.6899999999998592</c:v>
                </c:pt>
                <c:pt idx="870">
                  <c:v>8.699999999999859</c:v>
                </c:pt>
                <c:pt idx="871">
                  <c:v>8.7099999999998587</c:v>
                </c:pt>
                <c:pt idx="872">
                  <c:v>8.7199999999998585</c:v>
                </c:pt>
                <c:pt idx="873">
                  <c:v>8.7299999999998583</c:v>
                </c:pt>
                <c:pt idx="874">
                  <c:v>8.7399999999998581</c:v>
                </c:pt>
                <c:pt idx="875">
                  <c:v>8.7499999999998579</c:v>
                </c:pt>
                <c:pt idx="876">
                  <c:v>8.7599999999998577</c:v>
                </c:pt>
                <c:pt idx="877">
                  <c:v>8.7699999999998575</c:v>
                </c:pt>
                <c:pt idx="878">
                  <c:v>8.7799999999998573</c:v>
                </c:pt>
                <c:pt idx="879">
                  <c:v>8.789999999999857</c:v>
                </c:pt>
                <c:pt idx="880">
                  <c:v>8.7999999999998568</c:v>
                </c:pt>
                <c:pt idx="881">
                  <c:v>8.8099999999998566</c:v>
                </c:pt>
                <c:pt idx="882">
                  <c:v>8.8199999999998564</c:v>
                </c:pt>
                <c:pt idx="883">
                  <c:v>8.8299999999998562</c:v>
                </c:pt>
                <c:pt idx="884">
                  <c:v>8.839999999999856</c:v>
                </c:pt>
                <c:pt idx="885">
                  <c:v>8.8499999999998558</c:v>
                </c:pt>
                <c:pt idx="886">
                  <c:v>8.8599999999998555</c:v>
                </c:pt>
                <c:pt idx="887">
                  <c:v>8.8699999999998553</c:v>
                </c:pt>
                <c:pt idx="888">
                  <c:v>8.8799999999998551</c:v>
                </c:pt>
                <c:pt idx="889">
                  <c:v>8.8899999999998549</c:v>
                </c:pt>
                <c:pt idx="890">
                  <c:v>8.8999999999998547</c:v>
                </c:pt>
                <c:pt idx="891">
                  <c:v>8.9099999999998545</c:v>
                </c:pt>
                <c:pt idx="892">
                  <c:v>8.9199999999998543</c:v>
                </c:pt>
                <c:pt idx="893">
                  <c:v>8.9299999999998541</c:v>
                </c:pt>
                <c:pt idx="894">
                  <c:v>8.9399999999998538</c:v>
                </c:pt>
                <c:pt idx="895">
                  <c:v>8.9499999999998536</c:v>
                </c:pt>
                <c:pt idx="896">
                  <c:v>8.9599999999998534</c:v>
                </c:pt>
                <c:pt idx="897">
                  <c:v>8.9699999999998532</c:v>
                </c:pt>
                <c:pt idx="898">
                  <c:v>8.979999999999853</c:v>
                </c:pt>
                <c:pt idx="899">
                  <c:v>8.9899999999998528</c:v>
                </c:pt>
                <c:pt idx="900">
                  <c:v>8.9999999999998526</c:v>
                </c:pt>
                <c:pt idx="901">
                  <c:v>9.0099999999998523</c:v>
                </c:pt>
                <c:pt idx="902">
                  <c:v>9.0199999999998521</c:v>
                </c:pt>
                <c:pt idx="903">
                  <c:v>9.0299999999998519</c:v>
                </c:pt>
                <c:pt idx="904">
                  <c:v>9.0399999999998517</c:v>
                </c:pt>
                <c:pt idx="905">
                  <c:v>9.0499999999998515</c:v>
                </c:pt>
                <c:pt idx="906">
                  <c:v>9.0599999999998513</c:v>
                </c:pt>
                <c:pt idx="907">
                  <c:v>9.0699999999998511</c:v>
                </c:pt>
                <c:pt idx="908">
                  <c:v>9.0799999999998509</c:v>
                </c:pt>
                <c:pt idx="909">
                  <c:v>9.0899999999998506</c:v>
                </c:pt>
                <c:pt idx="910">
                  <c:v>9.0999999999998504</c:v>
                </c:pt>
                <c:pt idx="911">
                  <c:v>9.1099999999998502</c:v>
                </c:pt>
                <c:pt idx="912">
                  <c:v>9.11999999999985</c:v>
                </c:pt>
                <c:pt idx="913">
                  <c:v>9.1299999999998498</c:v>
                </c:pt>
                <c:pt idx="914">
                  <c:v>9.1399999999998496</c:v>
                </c:pt>
                <c:pt idx="915">
                  <c:v>9.1499999999998494</c:v>
                </c:pt>
                <c:pt idx="916">
                  <c:v>9.1599999999998492</c:v>
                </c:pt>
                <c:pt idx="917">
                  <c:v>9.1699999999998489</c:v>
                </c:pt>
                <c:pt idx="918">
                  <c:v>9.1799999999998487</c:v>
                </c:pt>
                <c:pt idx="919">
                  <c:v>9.1899999999998485</c:v>
                </c:pt>
                <c:pt idx="920">
                  <c:v>9.1999999999998483</c:v>
                </c:pt>
                <c:pt idx="921">
                  <c:v>9.2099999999998481</c:v>
                </c:pt>
                <c:pt idx="922">
                  <c:v>9.2199999999998479</c:v>
                </c:pt>
                <c:pt idx="923">
                  <c:v>9.2299999999998477</c:v>
                </c:pt>
                <c:pt idx="924">
                  <c:v>9.2399999999998474</c:v>
                </c:pt>
                <c:pt idx="925">
                  <c:v>9.2499999999998472</c:v>
                </c:pt>
                <c:pt idx="926">
                  <c:v>9.259999999999847</c:v>
                </c:pt>
                <c:pt idx="927">
                  <c:v>9.2699999999998468</c:v>
                </c:pt>
                <c:pt idx="928">
                  <c:v>9.2799999999998466</c:v>
                </c:pt>
                <c:pt idx="929">
                  <c:v>9.2899999999998464</c:v>
                </c:pt>
                <c:pt idx="930">
                  <c:v>9.2999999999998462</c:v>
                </c:pt>
                <c:pt idx="931">
                  <c:v>9.309999999999846</c:v>
                </c:pt>
                <c:pt idx="932">
                  <c:v>9.3199999999998457</c:v>
                </c:pt>
                <c:pt idx="933">
                  <c:v>9.3299999999998455</c:v>
                </c:pt>
                <c:pt idx="934">
                  <c:v>9.3399999999998453</c:v>
                </c:pt>
                <c:pt idx="935">
                  <c:v>9.3499999999998451</c:v>
                </c:pt>
                <c:pt idx="936">
                  <c:v>9.3599999999998449</c:v>
                </c:pt>
                <c:pt idx="937">
                  <c:v>9.3699999999998447</c:v>
                </c:pt>
                <c:pt idx="938">
                  <c:v>9.3799999999998445</c:v>
                </c:pt>
                <c:pt idx="939">
                  <c:v>9.3899999999998442</c:v>
                </c:pt>
                <c:pt idx="940">
                  <c:v>9.399999999999844</c:v>
                </c:pt>
                <c:pt idx="941">
                  <c:v>9.4099999999998438</c:v>
                </c:pt>
                <c:pt idx="942">
                  <c:v>9.4199999999998436</c:v>
                </c:pt>
                <c:pt idx="943">
                  <c:v>9.4299999999998434</c:v>
                </c:pt>
                <c:pt idx="944">
                  <c:v>9.4399999999998432</c:v>
                </c:pt>
                <c:pt idx="945">
                  <c:v>9.449999999999843</c:v>
                </c:pt>
                <c:pt idx="946">
                  <c:v>9.4599999999998428</c:v>
                </c:pt>
                <c:pt idx="947">
                  <c:v>9.4699999999998425</c:v>
                </c:pt>
                <c:pt idx="948">
                  <c:v>9.4799999999998423</c:v>
                </c:pt>
                <c:pt idx="949">
                  <c:v>9.4899999999998421</c:v>
                </c:pt>
                <c:pt idx="950">
                  <c:v>9.4999999999998419</c:v>
                </c:pt>
                <c:pt idx="951">
                  <c:v>9.5099999999998417</c:v>
                </c:pt>
                <c:pt idx="952">
                  <c:v>9.5199999999998415</c:v>
                </c:pt>
                <c:pt idx="953">
                  <c:v>9.5299999999998413</c:v>
                </c:pt>
                <c:pt idx="954">
                  <c:v>9.5399999999998411</c:v>
                </c:pt>
                <c:pt idx="955">
                  <c:v>9.5499999999998408</c:v>
                </c:pt>
                <c:pt idx="956">
                  <c:v>9.5599999999998406</c:v>
                </c:pt>
                <c:pt idx="957">
                  <c:v>9.5699999999998404</c:v>
                </c:pt>
                <c:pt idx="958">
                  <c:v>9.5799999999998402</c:v>
                </c:pt>
                <c:pt idx="959">
                  <c:v>9.58999999999984</c:v>
                </c:pt>
                <c:pt idx="960">
                  <c:v>9.5999999999998398</c:v>
                </c:pt>
                <c:pt idx="961">
                  <c:v>9.6099999999998396</c:v>
                </c:pt>
                <c:pt idx="962">
                  <c:v>9.6199999999998393</c:v>
                </c:pt>
                <c:pt idx="963">
                  <c:v>9.6299999999998391</c:v>
                </c:pt>
                <c:pt idx="964">
                  <c:v>9.6399999999998389</c:v>
                </c:pt>
                <c:pt idx="965">
                  <c:v>9.6499999999998387</c:v>
                </c:pt>
                <c:pt idx="966">
                  <c:v>9.6599999999998385</c:v>
                </c:pt>
                <c:pt idx="967">
                  <c:v>9.6699999999998383</c:v>
                </c:pt>
                <c:pt idx="968">
                  <c:v>9.6799999999998381</c:v>
                </c:pt>
                <c:pt idx="969">
                  <c:v>9.6899999999998379</c:v>
                </c:pt>
                <c:pt idx="970">
                  <c:v>9.6999999999998376</c:v>
                </c:pt>
                <c:pt idx="971">
                  <c:v>9.7099999999998374</c:v>
                </c:pt>
                <c:pt idx="972">
                  <c:v>9.7199999999998372</c:v>
                </c:pt>
                <c:pt idx="973">
                  <c:v>9.729999999999837</c:v>
                </c:pt>
                <c:pt idx="974">
                  <c:v>9.7399999999998368</c:v>
                </c:pt>
                <c:pt idx="975">
                  <c:v>9.7499999999998366</c:v>
                </c:pt>
                <c:pt idx="976">
                  <c:v>9.7599999999998364</c:v>
                </c:pt>
                <c:pt idx="977">
                  <c:v>9.7699999999998361</c:v>
                </c:pt>
                <c:pt idx="978">
                  <c:v>9.7799999999998359</c:v>
                </c:pt>
                <c:pt idx="979">
                  <c:v>9.7899999999998357</c:v>
                </c:pt>
                <c:pt idx="980">
                  <c:v>9.7999999999998355</c:v>
                </c:pt>
                <c:pt idx="981">
                  <c:v>9.8099999999998353</c:v>
                </c:pt>
                <c:pt idx="982">
                  <c:v>9.8199999999998351</c:v>
                </c:pt>
                <c:pt idx="983">
                  <c:v>9.8299999999998349</c:v>
                </c:pt>
                <c:pt idx="984">
                  <c:v>9.8399999999998347</c:v>
                </c:pt>
                <c:pt idx="985">
                  <c:v>9.8499999999998344</c:v>
                </c:pt>
                <c:pt idx="986">
                  <c:v>9.8599999999998342</c:v>
                </c:pt>
                <c:pt idx="987">
                  <c:v>9.869999999999834</c:v>
                </c:pt>
                <c:pt idx="988">
                  <c:v>9.8799999999998338</c:v>
                </c:pt>
                <c:pt idx="989">
                  <c:v>9.8899999999998336</c:v>
                </c:pt>
                <c:pt idx="990">
                  <c:v>9.8999999999998334</c:v>
                </c:pt>
                <c:pt idx="991">
                  <c:v>9.9099999999998332</c:v>
                </c:pt>
                <c:pt idx="992">
                  <c:v>9.919999999999833</c:v>
                </c:pt>
                <c:pt idx="993">
                  <c:v>9.9299999999998327</c:v>
                </c:pt>
                <c:pt idx="994">
                  <c:v>9.9399999999998325</c:v>
                </c:pt>
                <c:pt idx="995">
                  <c:v>9.9499999999998323</c:v>
                </c:pt>
                <c:pt idx="996">
                  <c:v>9.9599999999998321</c:v>
                </c:pt>
                <c:pt idx="997">
                  <c:v>9.9699999999998319</c:v>
                </c:pt>
                <c:pt idx="998">
                  <c:v>9.9799999999998317</c:v>
                </c:pt>
                <c:pt idx="999">
                  <c:v>9.9899999999998315</c:v>
                </c:pt>
                <c:pt idx="1000">
                  <c:v>9.9999999999998312</c:v>
                </c:pt>
                <c:pt idx="1001">
                  <c:v>10.009999999999831</c:v>
                </c:pt>
                <c:pt idx="1002">
                  <c:v>10.019999999999831</c:v>
                </c:pt>
                <c:pt idx="1003">
                  <c:v>10.029999999999831</c:v>
                </c:pt>
                <c:pt idx="1004">
                  <c:v>10.03999999999983</c:v>
                </c:pt>
                <c:pt idx="1005">
                  <c:v>10.04999999999983</c:v>
                </c:pt>
                <c:pt idx="1006">
                  <c:v>10.05999999999983</c:v>
                </c:pt>
                <c:pt idx="1007">
                  <c:v>10.06999999999983</c:v>
                </c:pt>
                <c:pt idx="1008">
                  <c:v>10.07999999999983</c:v>
                </c:pt>
                <c:pt idx="1009">
                  <c:v>10.089999999999829</c:v>
                </c:pt>
                <c:pt idx="1010">
                  <c:v>10.099999999999829</c:v>
                </c:pt>
                <c:pt idx="1011">
                  <c:v>10.109999999999829</c:v>
                </c:pt>
                <c:pt idx="1012">
                  <c:v>10.119999999999829</c:v>
                </c:pt>
                <c:pt idx="1013">
                  <c:v>10.129999999999828</c:v>
                </c:pt>
                <c:pt idx="1014">
                  <c:v>10.139999999999828</c:v>
                </c:pt>
                <c:pt idx="1015">
                  <c:v>10.149999999999828</c:v>
                </c:pt>
                <c:pt idx="1016">
                  <c:v>10.159999999999828</c:v>
                </c:pt>
                <c:pt idx="1017">
                  <c:v>10.169999999999828</c:v>
                </c:pt>
                <c:pt idx="1018">
                  <c:v>10.179999999999827</c:v>
                </c:pt>
                <c:pt idx="1019">
                  <c:v>10.189999999999827</c:v>
                </c:pt>
                <c:pt idx="1020">
                  <c:v>10.199999999999827</c:v>
                </c:pt>
                <c:pt idx="1021">
                  <c:v>10.209999999999827</c:v>
                </c:pt>
                <c:pt idx="1022">
                  <c:v>10.219999999999827</c:v>
                </c:pt>
                <c:pt idx="1023">
                  <c:v>10.229999999999826</c:v>
                </c:pt>
                <c:pt idx="1024">
                  <c:v>10.239999999999826</c:v>
                </c:pt>
                <c:pt idx="1025">
                  <c:v>10.249999999999826</c:v>
                </c:pt>
                <c:pt idx="1026">
                  <c:v>10.259999999999826</c:v>
                </c:pt>
                <c:pt idx="1027">
                  <c:v>10.269999999999825</c:v>
                </c:pt>
                <c:pt idx="1028">
                  <c:v>10.279999999999825</c:v>
                </c:pt>
                <c:pt idx="1029">
                  <c:v>10.289999999999825</c:v>
                </c:pt>
                <c:pt idx="1030">
                  <c:v>10.299999999999825</c:v>
                </c:pt>
                <c:pt idx="1031">
                  <c:v>10.309999999999825</c:v>
                </c:pt>
                <c:pt idx="1032">
                  <c:v>10.319999999999824</c:v>
                </c:pt>
                <c:pt idx="1033">
                  <c:v>10.329999999999824</c:v>
                </c:pt>
                <c:pt idx="1034">
                  <c:v>10.339999999999824</c:v>
                </c:pt>
                <c:pt idx="1035">
                  <c:v>10.349999999999824</c:v>
                </c:pt>
                <c:pt idx="1036">
                  <c:v>10.359999999999824</c:v>
                </c:pt>
                <c:pt idx="1037">
                  <c:v>10.369999999999823</c:v>
                </c:pt>
                <c:pt idx="1038">
                  <c:v>10.379999999999823</c:v>
                </c:pt>
                <c:pt idx="1039">
                  <c:v>10.389999999999823</c:v>
                </c:pt>
                <c:pt idx="1040">
                  <c:v>10.399999999999823</c:v>
                </c:pt>
                <c:pt idx="1041">
                  <c:v>10.409999999999823</c:v>
                </c:pt>
                <c:pt idx="1042">
                  <c:v>10.419999999999822</c:v>
                </c:pt>
                <c:pt idx="1043">
                  <c:v>10.429999999999822</c:v>
                </c:pt>
                <c:pt idx="1044">
                  <c:v>10.439999999999822</c:v>
                </c:pt>
                <c:pt idx="1045">
                  <c:v>10.449999999999822</c:v>
                </c:pt>
                <c:pt idx="1046">
                  <c:v>10.459999999999821</c:v>
                </c:pt>
                <c:pt idx="1047">
                  <c:v>10.469999999999821</c:v>
                </c:pt>
                <c:pt idx="1048">
                  <c:v>10.479999999999821</c:v>
                </c:pt>
                <c:pt idx="1049">
                  <c:v>10.489999999999821</c:v>
                </c:pt>
                <c:pt idx="1050">
                  <c:v>10.499999999999821</c:v>
                </c:pt>
                <c:pt idx="1051">
                  <c:v>10.50999999999982</c:v>
                </c:pt>
                <c:pt idx="1052">
                  <c:v>10.51999999999982</c:v>
                </c:pt>
                <c:pt idx="1053">
                  <c:v>10.52999999999982</c:v>
                </c:pt>
                <c:pt idx="1054">
                  <c:v>10.53999999999982</c:v>
                </c:pt>
                <c:pt idx="1055">
                  <c:v>10.54999999999982</c:v>
                </c:pt>
                <c:pt idx="1056">
                  <c:v>10.559999999999819</c:v>
                </c:pt>
                <c:pt idx="1057">
                  <c:v>10.569999999999819</c:v>
                </c:pt>
                <c:pt idx="1058">
                  <c:v>10.579999999999819</c:v>
                </c:pt>
                <c:pt idx="1059">
                  <c:v>10.589999999999819</c:v>
                </c:pt>
                <c:pt idx="1060">
                  <c:v>10.599999999999818</c:v>
                </c:pt>
                <c:pt idx="1061">
                  <c:v>10.609999999999818</c:v>
                </c:pt>
                <c:pt idx="1062">
                  <c:v>10.619999999999818</c:v>
                </c:pt>
                <c:pt idx="1063">
                  <c:v>10.629999999999818</c:v>
                </c:pt>
                <c:pt idx="1064">
                  <c:v>10.639999999999818</c:v>
                </c:pt>
                <c:pt idx="1065">
                  <c:v>10.649999999999817</c:v>
                </c:pt>
                <c:pt idx="1066">
                  <c:v>10.659999999999817</c:v>
                </c:pt>
                <c:pt idx="1067">
                  <c:v>10.669999999999817</c:v>
                </c:pt>
                <c:pt idx="1068">
                  <c:v>10.679999999999817</c:v>
                </c:pt>
                <c:pt idx="1069">
                  <c:v>10.689999999999817</c:v>
                </c:pt>
                <c:pt idx="1070">
                  <c:v>10.699999999999816</c:v>
                </c:pt>
                <c:pt idx="1071">
                  <c:v>10.709999999999816</c:v>
                </c:pt>
                <c:pt idx="1072">
                  <c:v>10.719999999999816</c:v>
                </c:pt>
                <c:pt idx="1073">
                  <c:v>10.729999999999816</c:v>
                </c:pt>
                <c:pt idx="1074">
                  <c:v>10.739999999999815</c:v>
                </c:pt>
                <c:pt idx="1075">
                  <c:v>10.749999999999815</c:v>
                </c:pt>
                <c:pt idx="1076">
                  <c:v>10.759999999999815</c:v>
                </c:pt>
                <c:pt idx="1077">
                  <c:v>10.769999999999815</c:v>
                </c:pt>
                <c:pt idx="1078">
                  <c:v>10.779999999999815</c:v>
                </c:pt>
                <c:pt idx="1079">
                  <c:v>10.789999999999814</c:v>
                </c:pt>
                <c:pt idx="1080">
                  <c:v>10.799999999999814</c:v>
                </c:pt>
                <c:pt idx="1081">
                  <c:v>10.809999999999814</c:v>
                </c:pt>
                <c:pt idx="1082">
                  <c:v>10.819999999999814</c:v>
                </c:pt>
                <c:pt idx="1083">
                  <c:v>10.829999999999814</c:v>
                </c:pt>
                <c:pt idx="1084">
                  <c:v>10.839999999999813</c:v>
                </c:pt>
                <c:pt idx="1085">
                  <c:v>10.849999999999813</c:v>
                </c:pt>
                <c:pt idx="1086">
                  <c:v>10.859999999999813</c:v>
                </c:pt>
                <c:pt idx="1087">
                  <c:v>10.869999999999813</c:v>
                </c:pt>
                <c:pt idx="1088">
                  <c:v>10.879999999999812</c:v>
                </c:pt>
                <c:pt idx="1089">
                  <c:v>10.889999999999812</c:v>
                </c:pt>
                <c:pt idx="1090">
                  <c:v>10.899999999999812</c:v>
                </c:pt>
                <c:pt idx="1091">
                  <c:v>10.909999999999812</c:v>
                </c:pt>
                <c:pt idx="1092">
                  <c:v>10.919999999999812</c:v>
                </c:pt>
                <c:pt idx="1093">
                  <c:v>10.929999999999811</c:v>
                </c:pt>
                <c:pt idx="1094">
                  <c:v>10.939999999999811</c:v>
                </c:pt>
                <c:pt idx="1095">
                  <c:v>10.949999999999811</c:v>
                </c:pt>
                <c:pt idx="1096">
                  <c:v>10.959999999999811</c:v>
                </c:pt>
                <c:pt idx="1097">
                  <c:v>10.969999999999811</c:v>
                </c:pt>
                <c:pt idx="1098">
                  <c:v>10.97999999999981</c:v>
                </c:pt>
                <c:pt idx="1099">
                  <c:v>10.98999999999981</c:v>
                </c:pt>
                <c:pt idx="1100">
                  <c:v>10.99999999999981</c:v>
                </c:pt>
                <c:pt idx="1101">
                  <c:v>11.00999999999981</c:v>
                </c:pt>
                <c:pt idx="1102">
                  <c:v>11.01999999999981</c:v>
                </c:pt>
                <c:pt idx="1103">
                  <c:v>11.029999999999809</c:v>
                </c:pt>
                <c:pt idx="1104">
                  <c:v>11.039999999999809</c:v>
                </c:pt>
                <c:pt idx="1105">
                  <c:v>11.049999999999809</c:v>
                </c:pt>
                <c:pt idx="1106">
                  <c:v>11.059999999999809</c:v>
                </c:pt>
                <c:pt idx="1107">
                  <c:v>11.069999999999808</c:v>
                </c:pt>
                <c:pt idx="1108">
                  <c:v>11.079999999999808</c:v>
                </c:pt>
                <c:pt idx="1109">
                  <c:v>11.089999999999808</c:v>
                </c:pt>
                <c:pt idx="1110">
                  <c:v>11.099999999999808</c:v>
                </c:pt>
                <c:pt idx="1111">
                  <c:v>11.109999999999808</c:v>
                </c:pt>
                <c:pt idx="1112">
                  <c:v>11.119999999999807</c:v>
                </c:pt>
                <c:pt idx="1113">
                  <c:v>11.129999999999807</c:v>
                </c:pt>
                <c:pt idx="1114">
                  <c:v>11.139999999999807</c:v>
                </c:pt>
                <c:pt idx="1115">
                  <c:v>11.149999999999807</c:v>
                </c:pt>
                <c:pt idx="1116">
                  <c:v>11.159999999999807</c:v>
                </c:pt>
                <c:pt idx="1117">
                  <c:v>11.169999999999806</c:v>
                </c:pt>
                <c:pt idx="1118">
                  <c:v>11.179999999999806</c:v>
                </c:pt>
                <c:pt idx="1119">
                  <c:v>11.189999999999806</c:v>
                </c:pt>
                <c:pt idx="1120">
                  <c:v>11.199999999999806</c:v>
                </c:pt>
                <c:pt idx="1121">
                  <c:v>11.209999999999805</c:v>
                </c:pt>
                <c:pt idx="1122">
                  <c:v>11.219999999999805</c:v>
                </c:pt>
                <c:pt idx="1123">
                  <c:v>11.229999999999805</c:v>
                </c:pt>
                <c:pt idx="1124">
                  <c:v>11.239999999999805</c:v>
                </c:pt>
                <c:pt idx="1125">
                  <c:v>11.249999999999805</c:v>
                </c:pt>
                <c:pt idx="1126">
                  <c:v>11.259999999999804</c:v>
                </c:pt>
                <c:pt idx="1127">
                  <c:v>11.269999999999804</c:v>
                </c:pt>
                <c:pt idx="1128">
                  <c:v>11.279999999999804</c:v>
                </c:pt>
                <c:pt idx="1129">
                  <c:v>11.289999999999804</c:v>
                </c:pt>
                <c:pt idx="1130">
                  <c:v>11.299999999999804</c:v>
                </c:pt>
                <c:pt idx="1131">
                  <c:v>11.309999999999803</c:v>
                </c:pt>
                <c:pt idx="1132">
                  <c:v>11.319999999999803</c:v>
                </c:pt>
                <c:pt idx="1133">
                  <c:v>11.329999999999803</c:v>
                </c:pt>
                <c:pt idx="1134">
                  <c:v>11.339999999999803</c:v>
                </c:pt>
                <c:pt idx="1135">
                  <c:v>11.349999999999802</c:v>
                </c:pt>
                <c:pt idx="1136">
                  <c:v>11.359999999999802</c:v>
                </c:pt>
                <c:pt idx="1137">
                  <c:v>11.369999999999802</c:v>
                </c:pt>
                <c:pt idx="1138">
                  <c:v>11.379999999999802</c:v>
                </c:pt>
                <c:pt idx="1139">
                  <c:v>11.389999999999802</c:v>
                </c:pt>
                <c:pt idx="1140">
                  <c:v>11.399999999999801</c:v>
                </c:pt>
                <c:pt idx="1141">
                  <c:v>11.409999999999801</c:v>
                </c:pt>
                <c:pt idx="1142">
                  <c:v>11.419999999999801</c:v>
                </c:pt>
                <c:pt idx="1143">
                  <c:v>11.429999999999801</c:v>
                </c:pt>
                <c:pt idx="1144">
                  <c:v>11.439999999999801</c:v>
                </c:pt>
                <c:pt idx="1145">
                  <c:v>11.4499999999998</c:v>
                </c:pt>
                <c:pt idx="1146">
                  <c:v>11.4599999999998</c:v>
                </c:pt>
                <c:pt idx="1147">
                  <c:v>11.4699999999998</c:v>
                </c:pt>
                <c:pt idx="1148">
                  <c:v>11.4799999999998</c:v>
                </c:pt>
                <c:pt idx="1149">
                  <c:v>11.489999999999799</c:v>
                </c:pt>
                <c:pt idx="1150">
                  <c:v>11.499999999999799</c:v>
                </c:pt>
                <c:pt idx="1151">
                  <c:v>11.509999999999799</c:v>
                </c:pt>
                <c:pt idx="1152">
                  <c:v>11.519999999999799</c:v>
                </c:pt>
                <c:pt idx="1153">
                  <c:v>11.529999999999799</c:v>
                </c:pt>
                <c:pt idx="1154">
                  <c:v>11.539999999999798</c:v>
                </c:pt>
                <c:pt idx="1155">
                  <c:v>11.549999999999798</c:v>
                </c:pt>
                <c:pt idx="1156">
                  <c:v>11.559999999999798</c:v>
                </c:pt>
                <c:pt idx="1157">
                  <c:v>11.569999999999798</c:v>
                </c:pt>
                <c:pt idx="1158">
                  <c:v>11.579999999999798</c:v>
                </c:pt>
                <c:pt idx="1159">
                  <c:v>11.589999999999797</c:v>
                </c:pt>
                <c:pt idx="1160">
                  <c:v>11.599999999999797</c:v>
                </c:pt>
                <c:pt idx="1161">
                  <c:v>11.609999999999797</c:v>
                </c:pt>
                <c:pt idx="1162">
                  <c:v>11.619999999999797</c:v>
                </c:pt>
                <c:pt idx="1163">
                  <c:v>11.629999999999797</c:v>
                </c:pt>
                <c:pt idx="1164">
                  <c:v>11.639999999999796</c:v>
                </c:pt>
                <c:pt idx="1165">
                  <c:v>11.649999999999796</c:v>
                </c:pt>
                <c:pt idx="1166">
                  <c:v>11.659999999999796</c:v>
                </c:pt>
                <c:pt idx="1167">
                  <c:v>11.669999999999796</c:v>
                </c:pt>
                <c:pt idx="1168">
                  <c:v>11.679999999999795</c:v>
                </c:pt>
                <c:pt idx="1169">
                  <c:v>11.689999999999795</c:v>
                </c:pt>
                <c:pt idx="1170">
                  <c:v>11.699999999999795</c:v>
                </c:pt>
                <c:pt idx="1171">
                  <c:v>11.709999999999795</c:v>
                </c:pt>
                <c:pt idx="1172">
                  <c:v>11.719999999999795</c:v>
                </c:pt>
                <c:pt idx="1173">
                  <c:v>11.729999999999794</c:v>
                </c:pt>
                <c:pt idx="1174">
                  <c:v>11.739999999999794</c:v>
                </c:pt>
                <c:pt idx="1175">
                  <c:v>11.749999999999794</c:v>
                </c:pt>
                <c:pt idx="1176">
                  <c:v>11.759999999999794</c:v>
                </c:pt>
                <c:pt idx="1177">
                  <c:v>11.769999999999794</c:v>
                </c:pt>
                <c:pt idx="1178">
                  <c:v>11.779999999999793</c:v>
                </c:pt>
                <c:pt idx="1179">
                  <c:v>11.789999999999793</c:v>
                </c:pt>
                <c:pt idx="1180">
                  <c:v>11.799999999999793</c:v>
                </c:pt>
                <c:pt idx="1181">
                  <c:v>11.809999999999793</c:v>
                </c:pt>
                <c:pt idx="1182">
                  <c:v>11.819999999999792</c:v>
                </c:pt>
                <c:pt idx="1183">
                  <c:v>11.829999999999792</c:v>
                </c:pt>
                <c:pt idx="1184">
                  <c:v>11.839999999999792</c:v>
                </c:pt>
                <c:pt idx="1185">
                  <c:v>11.849999999999792</c:v>
                </c:pt>
                <c:pt idx="1186">
                  <c:v>11.859999999999792</c:v>
                </c:pt>
                <c:pt idx="1187">
                  <c:v>11.869999999999791</c:v>
                </c:pt>
                <c:pt idx="1188">
                  <c:v>11.879999999999791</c:v>
                </c:pt>
                <c:pt idx="1189">
                  <c:v>11.889999999999791</c:v>
                </c:pt>
                <c:pt idx="1190">
                  <c:v>11.899999999999791</c:v>
                </c:pt>
                <c:pt idx="1191">
                  <c:v>11.909999999999791</c:v>
                </c:pt>
                <c:pt idx="1192">
                  <c:v>11.91999999999979</c:v>
                </c:pt>
                <c:pt idx="1193">
                  <c:v>11.92999999999979</c:v>
                </c:pt>
                <c:pt idx="1194">
                  <c:v>11.93999999999979</c:v>
                </c:pt>
                <c:pt idx="1195">
                  <c:v>11.94999999999979</c:v>
                </c:pt>
                <c:pt idx="1196">
                  <c:v>11.959999999999789</c:v>
                </c:pt>
                <c:pt idx="1197">
                  <c:v>11.969999999999789</c:v>
                </c:pt>
                <c:pt idx="1198">
                  <c:v>11.979999999999789</c:v>
                </c:pt>
                <c:pt idx="1199">
                  <c:v>11.989999999999789</c:v>
                </c:pt>
                <c:pt idx="1200">
                  <c:v>11.999999999999789</c:v>
                </c:pt>
                <c:pt idx="1201">
                  <c:v>12.009999999999788</c:v>
                </c:pt>
                <c:pt idx="1202">
                  <c:v>12.019999999999788</c:v>
                </c:pt>
                <c:pt idx="1203">
                  <c:v>12.029999999999788</c:v>
                </c:pt>
                <c:pt idx="1204">
                  <c:v>12.039999999999788</c:v>
                </c:pt>
                <c:pt idx="1205">
                  <c:v>12.049999999999788</c:v>
                </c:pt>
                <c:pt idx="1206">
                  <c:v>12.059999999999787</c:v>
                </c:pt>
                <c:pt idx="1207">
                  <c:v>12.069999999999787</c:v>
                </c:pt>
                <c:pt idx="1208">
                  <c:v>12.079999999999787</c:v>
                </c:pt>
                <c:pt idx="1209">
                  <c:v>12.089999999999787</c:v>
                </c:pt>
                <c:pt idx="1210">
                  <c:v>12.099999999999786</c:v>
                </c:pt>
                <c:pt idx="1211">
                  <c:v>12.109999999999786</c:v>
                </c:pt>
                <c:pt idx="1212">
                  <c:v>12.119999999999786</c:v>
                </c:pt>
                <c:pt idx="1213">
                  <c:v>12.129999999999786</c:v>
                </c:pt>
                <c:pt idx="1214">
                  <c:v>12.139999999999786</c:v>
                </c:pt>
                <c:pt idx="1215">
                  <c:v>12.149999999999785</c:v>
                </c:pt>
                <c:pt idx="1216">
                  <c:v>12.159999999999785</c:v>
                </c:pt>
                <c:pt idx="1217">
                  <c:v>12.169999999999785</c:v>
                </c:pt>
                <c:pt idx="1218">
                  <c:v>12.179999999999785</c:v>
                </c:pt>
                <c:pt idx="1219">
                  <c:v>12.189999999999785</c:v>
                </c:pt>
                <c:pt idx="1220">
                  <c:v>12.199999999999784</c:v>
                </c:pt>
                <c:pt idx="1221">
                  <c:v>12.209999999999784</c:v>
                </c:pt>
                <c:pt idx="1222">
                  <c:v>12.219999999999784</c:v>
                </c:pt>
                <c:pt idx="1223">
                  <c:v>12.229999999999784</c:v>
                </c:pt>
                <c:pt idx="1224">
                  <c:v>12.239999999999783</c:v>
                </c:pt>
                <c:pt idx="1225">
                  <c:v>12.249999999999783</c:v>
                </c:pt>
                <c:pt idx="1226">
                  <c:v>12.259999999999783</c:v>
                </c:pt>
                <c:pt idx="1227">
                  <c:v>12.269999999999783</c:v>
                </c:pt>
                <c:pt idx="1228">
                  <c:v>12.279999999999783</c:v>
                </c:pt>
                <c:pt idx="1229">
                  <c:v>12.289999999999782</c:v>
                </c:pt>
                <c:pt idx="1230">
                  <c:v>12.299999999999782</c:v>
                </c:pt>
                <c:pt idx="1231">
                  <c:v>12.309999999999782</c:v>
                </c:pt>
                <c:pt idx="1232">
                  <c:v>12.319999999999782</c:v>
                </c:pt>
                <c:pt idx="1233">
                  <c:v>12.329999999999782</c:v>
                </c:pt>
                <c:pt idx="1234">
                  <c:v>12.339999999999781</c:v>
                </c:pt>
                <c:pt idx="1235">
                  <c:v>12.349999999999781</c:v>
                </c:pt>
                <c:pt idx="1236">
                  <c:v>12.359999999999781</c:v>
                </c:pt>
                <c:pt idx="1237">
                  <c:v>12.369999999999781</c:v>
                </c:pt>
                <c:pt idx="1238">
                  <c:v>12.379999999999781</c:v>
                </c:pt>
                <c:pt idx="1239">
                  <c:v>12.38999999999978</c:v>
                </c:pt>
                <c:pt idx="1240">
                  <c:v>12.39999999999978</c:v>
                </c:pt>
                <c:pt idx="1241">
                  <c:v>12.40999999999978</c:v>
                </c:pt>
                <c:pt idx="1242">
                  <c:v>12.41999999999978</c:v>
                </c:pt>
                <c:pt idx="1243">
                  <c:v>12.429999999999779</c:v>
                </c:pt>
                <c:pt idx="1244">
                  <c:v>12.439999999999779</c:v>
                </c:pt>
                <c:pt idx="1245">
                  <c:v>12.449999999999779</c:v>
                </c:pt>
                <c:pt idx="1246">
                  <c:v>12.459999999999779</c:v>
                </c:pt>
                <c:pt idx="1247">
                  <c:v>12.469999999999779</c:v>
                </c:pt>
                <c:pt idx="1248">
                  <c:v>12.479999999999778</c:v>
                </c:pt>
                <c:pt idx="1249">
                  <c:v>12.489999999999778</c:v>
                </c:pt>
                <c:pt idx="1250">
                  <c:v>12.499999999999778</c:v>
                </c:pt>
                <c:pt idx="1251">
                  <c:v>12.509999999999778</c:v>
                </c:pt>
                <c:pt idx="1252">
                  <c:v>12.519999999999778</c:v>
                </c:pt>
                <c:pt idx="1253">
                  <c:v>12.529999999999777</c:v>
                </c:pt>
                <c:pt idx="1254">
                  <c:v>12.539999999999777</c:v>
                </c:pt>
                <c:pt idx="1255">
                  <c:v>12.549999999999777</c:v>
                </c:pt>
                <c:pt idx="1256">
                  <c:v>12.559999999999777</c:v>
                </c:pt>
                <c:pt idx="1257">
                  <c:v>12.569999999999776</c:v>
                </c:pt>
                <c:pt idx="1258">
                  <c:v>12.579999999999776</c:v>
                </c:pt>
                <c:pt idx="1259">
                  <c:v>12.589999999999776</c:v>
                </c:pt>
                <c:pt idx="1260">
                  <c:v>12.599999999999776</c:v>
                </c:pt>
                <c:pt idx="1261">
                  <c:v>12.609999999999776</c:v>
                </c:pt>
                <c:pt idx="1262">
                  <c:v>12.619999999999775</c:v>
                </c:pt>
                <c:pt idx="1263">
                  <c:v>12.629999999999775</c:v>
                </c:pt>
                <c:pt idx="1264">
                  <c:v>12.639999999999775</c:v>
                </c:pt>
                <c:pt idx="1265">
                  <c:v>12.649999999999775</c:v>
                </c:pt>
                <c:pt idx="1266">
                  <c:v>12.659999999999775</c:v>
                </c:pt>
                <c:pt idx="1267">
                  <c:v>12.669999999999774</c:v>
                </c:pt>
                <c:pt idx="1268">
                  <c:v>12.679999999999774</c:v>
                </c:pt>
                <c:pt idx="1269">
                  <c:v>12.689999999999774</c:v>
                </c:pt>
                <c:pt idx="1270">
                  <c:v>12.699999999999774</c:v>
                </c:pt>
                <c:pt idx="1271">
                  <c:v>12.709999999999773</c:v>
                </c:pt>
                <c:pt idx="1272">
                  <c:v>12.719999999999773</c:v>
                </c:pt>
                <c:pt idx="1273">
                  <c:v>12.729999999999773</c:v>
                </c:pt>
                <c:pt idx="1274">
                  <c:v>12.739999999999773</c:v>
                </c:pt>
                <c:pt idx="1275">
                  <c:v>12.749999999999773</c:v>
                </c:pt>
                <c:pt idx="1276">
                  <c:v>12.759999999999772</c:v>
                </c:pt>
                <c:pt idx="1277">
                  <c:v>12.769999999999772</c:v>
                </c:pt>
                <c:pt idx="1278">
                  <c:v>12.779999999999772</c:v>
                </c:pt>
                <c:pt idx="1279">
                  <c:v>12.789999999999772</c:v>
                </c:pt>
                <c:pt idx="1280">
                  <c:v>12.799999999999772</c:v>
                </c:pt>
                <c:pt idx="1281">
                  <c:v>12.809999999999771</c:v>
                </c:pt>
                <c:pt idx="1282">
                  <c:v>12.819999999999771</c:v>
                </c:pt>
                <c:pt idx="1283">
                  <c:v>12.829999999999771</c:v>
                </c:pt>
                <c:pt idx="1284">
                  <c:v>12.839999999999771</c:v>
                </c:pt>
                <c:pt idx="1285">
                  <c:v>12.84999999999977</c:v>
                </c:pt>
                <c:pt idx="1286">
                  <c:v>12.85999999999977</c:v>
                </c:pt>
                <c:pt idx="1287">
                  <c:v>12.86999999999977</c:v>
                </c:pt>
                <c:pt idx="1288">
                  <c:v>12.87999999999977</c:v>
                </c:pt>
                <c:pt idx="1289">
                  <c:v>12.88999999999977</c:v>
                </c:pt>
                <c:pt idx="1290">
                  <c:v>12.899999999999769</c:v>
                </c:pt>
                <c:pt idx="1291">
                  <c:v>12.909999999999769</c:v>
                </c:pt>
                <c:pt idx="1292">
                  <c:v>12.919999999999769</c:v>
                </c:pt>
                <c:pt idx="1293">
                  <c:v>12.929999999999769</c:v>
                </c:pt>
                <c:pt idx="1294">
                  <c:v>12.939999999999769</c:v>
                </c:pt>
                <c:pt idx="1295">
                  <c:v>12.949999999999768</c:v>
                </c:pt>
                <c:pt idx="1296">
                  <c:v>12.959999999999768</c:v>
                </c:pt>
                <c:pt idx="1297">
                  <c:v>12.969999999999768</c:v>
                </c:pt>
                <c:pt idx="1298">
                  <c:v>12.979999999999768</c:v>
                </c:pt>
                <c:pt idx="1299">
                  <c:v>12.989999999999768</c:v>
                </c:pt>
                <c:pt idx="1300">
                  <c:v>12.999999999999767</c:v>
                </c:pt>
                <c:pt idx="1301">
                  <c:v>13.009999999999767</c:v>
                </c:pt>
                <c:pt idx="1302">
                  <c:v>13.019999999999767</c:v>
                </c:pt>
                <c:pt idx="1303">
                  <c:v>13.029999999999767</c:v>
                </c:pt>
                <c:pt idx="1304">
                  <c:v>13.039999999999766</c:v>
                </c:pt>
                <c:pt idx="1305">
                  <c:v>13.049999999999766</c:v>
                </c:pt>
                <c:pt idx="1306">
                  <c:v>13.059999999999766</c:v>
                </c:pt>
                <c:pt idx="1307">
                  <c:v>13.069999999999766</c:v>
                </c:pt>
                <c:pt idx="1308">
                  <c:v>13.079999999999766</c:v>
                </c:pt>
                <c:pt idx="1309">
                  <c:v>13.089999999999765</c:v>
                </c:pt>
                <c:pt idx="1310">
                  <c:v>13.099999999999765</c:v>
                </c:pt>
                <c:pt idx="1311">
                  <c:v>13.109999999999765</c:v>
                </c:pt>
                <c:pt idx="1312">
                  <c:v>13.119999999999765</c:v>
                </c:pt>
                <c:pt idx="1313">
                  <c:v>13.129999999999765</c:v>
                </c:pt>
                <c:pt idx="1314">
                  <c:v>13.139999999999764</c:v>
                </c:pt>
                <c:pt idx="1315">
                  <c:v>13.149999999999764</c:v>
                </c:pt>
                <c:pt idx="1316">
                  <c:v>13.159999999999764</c:v>
                </c:pt>
                <c:pt idx="1317">
                  <c:v>13.169999999999764</c:v>
                </c:pt>
                <c:pt idx="1318">
                  <c:v>13.179999999999763</c:v>
                </c:pt>
                <c:pt idx="1319">
                  <c:v>13.189999999999763</c:v>
                </c:pt>
                <c:pt idx="1320">
                  <c:v>13.199999999999763</c:v>
                </c:pt>
                <c:pt idx="1321">
                  <c:v>13.209999999999763</c:v>
                </c:pt>
                <c:pt idx="1322">
                  <c:v>13.219999999999763</c:v>
                </c:pt>
                <c:pt idx="1323">
                  <c:v>13.229999999999762</c:v>
                </c:pt>
                <c:pt idx="1324">
                  <c:v>13.239999999999762</c:v>
                </c:pt>
                <c:pt idx="1325">
                  <c:v>13.249999999999762</c:v>
                </c:pt>
                <c:pt idx="1326">
                  <c:v>13.259999999999762</c:v>
                </c:pt>
                <c:pt idx="1327">
                  <c:v>13.269999999999762</c:v>
                </c:pt>
                <c:pt idx="1328">
                  <c:v>13.279999999999761</c:v>
                </c:pt>
                <c:pt idx="1329">
                  <c:v>13.289999999999761</c:v>
                </c:pt>
                <c:pt idx="1330">
                  <c:v>13.299999999999761</c:v>
                </c:pt>
                <c:pt idx="1331">
                  <c:v>13.309999999999761</c:v>
                </c:pt>
                <c:pt idx="1332">
                  <c:v>13.31999999999976</c:v>
                </c:pt>
                <c:pt idx="1333">
                  <c:v>13.32999999999976</c:v>
                </c:pt>
                <c:pt idx="1334">
                  <c:v>13.33999999999976</c:v>
                </c:pt>
                <c:pt idx="1335">
                  <c:v>13.34999999999976</c:v>
                </c:pt>
                <c:pt idx="1336">
                  <c:v>13.35999999999976</c:v>
                </c:pt>
                <c:pt idx="1337">
                  <c:v>13.369999999999759</c:v>
                </c:pt>
                <c:pt idx="1338">
                  <c:v>13.379999999999759</c:v>
                </c:pt>
                <c:pt idx="1339">
                  <c:v>13.389999999999759</c:v>
                </c:pt>
                <c:pt idx="1340">
                  <c:v>13.399999999999759</c:v>
                </c:pt>
                <c:pt idx="1341">
                  <c:v>13.409999999999759</c:v>
                </c:pt>
                <c:pt idx="1342">
                  <c:v>13.419999999999758</c:v>
                </c:pt>
                <c:pt idx="1343">
                  <c:v>13.429999999999758</c:v>
                </c:pt>
                <c:pt idx="1344">
                  <c:v>13.439999999999758</c:v>
                </c:pt>
                <c:pt idx="1345">
                  <c:v>13.449999999999758</c:v>
                </c:pt>
                <c:pt idx="1346">
                  <c:v>13.459999999999757</c:v>
                </c:pt>
                <c:pt idx="1347">
                  <c:v>13.469999999999757</c:v>
                </c:pt>
                <c:pt idx="1348">
                  <c:v>13.479999999999757</c:v>
                </c:pt>
                <c:pt idx="1349">
                  <c:v>13.489999999999757</c:v>
                </c:pt>
                <c:pt idx="1350">
                  <c:v>13.499999999999757</c:v>
                </c:pt>
                <c:pt idx="1351">
                  <c:v>13.509999999999756</c:v>
                </c:pt>
                <c:pt idx="1352">
                  <c:v>13.519999999999756</c:v>
                </c:pt>
                <c:pt idx="1353">
                  <c:v>13.529999999999756</c:v>
                </c:pt>
                <c:pt idx="1354">
                  <c:v>13.539999999999756</c:v>
                </c:pt>
                <c:pt idx="1355">
                  <c:v>13.549999999999756</c:v>
                </c:pt>
                <c:pt idx="1356">
                  <c:v>13.559999999999755</c:v>
                </c:pt>
                <c:pt idx="1357">
                  <c:v>13.569999999999755</c:v>
                </c:pt>
                <c:pt idx="1358">
                  <c:v>13.579999999999755</c:v>
                </c:pt>
                <c:pt idx="1359">
                  <c:v>13.589999999999755</c:v>
                </c:pt>
                <c:pt idx="1360">
                  <c:v>13.599999999999755</c:v>
                </c:pt>
                <c:pt idx="1361">
                  <c:v>13.609999999999754</c:v>
                </c:pt>
                <c:pt idx="1362">
                  <c:v>13.619999999999754</c:v>
                </c:pt>
                <c:pt idx="1363">
                  <c:v>13.629999999999754</c:v>
                </c:pt>
                <c:pt idx="1364">
                  <c:v>13.639999999999754</c:v>
                </c:pt>
                <c:pt idx="1365">
                  <c:v>13.649999999999753</c:v>
                </c:pt>
              </c:numCache>
            </c:numRef>
          </c:xVal>
          <c:yVal>
            <c:numRef>
              <c:f>'Scope Project'!$B$14:$B$1379</c:f>
              <c:numCache>
                <c:formatCode>General</c:formatCode>
                <c:ptCount val="1366"/>
                <c:pt idx="0">
                  <c:v>49.4333344</c:v>
                </c:pt>
                <c:pt idx="1">
                  <c:v>49.4333344</c:v>
                </c:pt>
                <c:pt idx="2">
                  <c:v>49.4333344</c:v>
                </c:pt>
                <c:pt idx="3">
                  <c:v>49.4333344</c:v>
                </c:pt>
                <c:pt idx="4">
                  <c:v>49.4166679</c:v>
                </c:pt>
                <c:pt idx="5">
                  <c:v>49.4166679</c:v>
                </c:pt>
                <c:pt idx="6">
                  <c:v>49.4166679</c:v>
                </c:pt>
                <c:pt idx="7">
                  <c:v>49.4166679</c:v>
                </c:pt>
                <c:pt idx="8">
                  <c:v>49.4166679</c:v>
                </c:pt>
                <c:pt idx="9">
                  <c:v>49.4166679</c:v>
                </c:pt>
                <c:pt idx="10">
                  <c:v>49.4166679</c:v>
                </c:pt>
                <c:pt idx="11">
                  <c:v>49.4166679</c:v>
                </c:pt>
                <c:pt idx="12">
                  <c:v>49.4166679</c:v>
                </c:pt>
                <c:pt idx="13">
                  <c:v>49.4</c:v>
                </c:pt>
                <c:pt idx="14">
                  <c:v>49.4</c:v>
                </c:pt>
                <c:pt idx="15">
                  <c:v>49.4</c:v>
                </c:pt>
                <c:pt idx="16">
                  <c:v>49.4</c:v>
                </c:pt>
                <c:pt idx="17">
                  <c:v>49.4</c:v>
                </c:pt>
                <c:pt idx="18">
                  <c:v>49.4</c:v>
                </c:pt>
                <c:pt idx="19">
                  <c:v>49.383335099999996</c:v>
                </c:pt>
                <c:pt idx="20">
                  <c:v>49.383335099999996</c:v>
                </c:pt>
                <c:pt idx="21">
                  <c:v>49.383335099999996</c:v>
                </c:pt>
                <c:pt idx="22">
                  <c:v>49.383335099999996</c:v>
                </c:pt>
                <c:pt idx="23">
                  <c:v>49.383335099999996</c:v>
                </c:pt>
                <c:pt idx="24">
                  <c:v>49.383335099999996</c:v>
                </c:pt>
                <c:pt idx="25">
                  <c:v>49.383335099999996</c:v>
                </c:pt>
                <c:pt idx="26">
                  <c:v>49.383335099999996</c:v>
                </c:pt>
                <c:pt idx="27">
                  <c:v>49.383335099999996</c:v>
                </c:pt>
                <c:pt idx="28">
                  <c:v>49.383335099999996</c:v>
                </c:pt>
                <c:pt idx="29">
                  <c:v>49.366664900000004</c:v>
                </c:pt>
                <c:pt idx="30">
                  <c:v>49.366664900000004</c:v>
                </c:pt>
                <c:pt idx="31">
                  <c:v>49.366664900000004</c:v>
                </c:pt>
                <c:pt idx="32">
                  <c:v>49.366664900000004</c:v>
                </c:pt>
                <c:pt idx="33">
                  <c:v>49.366664900000004</c:v>
                </c:pt>
                <c:pt idx="34">
                  <c:v>49.366664900000004</c:v>
                </c:pt>
                <c:pt idx="35">
                  <c:v>49.366664900000004</c:v>
                </c:pt>
                <c:pt idx="36">
                  <c:v>49.366664900000004</c:v>
                </c:pt>
                <c:pt idx="37">
                  <c:v>49.366664900000004</c:v>
                </c:pt>
                <c:pt idx="38">
                  <c:v>49.35</c:v>
                </c:pt>
                <c:pt idx="39">
                  <c:v>49.35</c:v>
                </c:pt>
                <c:pt idx="40">
                  <c:v>49.35</c:v>
                </c:pt>
                <c:pt idx="41">
                  <c:v>49.35</c:v>
                </c:pt>
                <c:pt idx="42">
                  <c:v>49.35</c:v>
                </c:pt>
                <c:pt idx="43">
                  <c:v>49.383335099999996</c:v>
                </c:pt>
                <c:pt idx="44">
                  <c:v>49.383335099999996</c:v>
                </c:pt>
                <c:pt idx="45">
                  <c:v>49.383335099999996</c:v>
                </c:pt>
                <c:pt idx="46">
                  <c:v>49.383335099999996</c:v>
                </c:pt>
                <c:pt idx="47">
                  <c:v>49.383335099999996</c:v>
                </c:pt>
                <c:pt idx="48">
                  <c:v>49.366664900000004</c:v>
                </c:pt>
                <c:pt idx="49">
                  <c:v>49.366664900000004</c:v>
                </c:pt>
                <c:pt idx="50">
                  <c:v>49.366664900000004</c:v>
                </c:pt>
                <c:pt idx="51">
                  <c:v>49.366664900000004</c:v>
                </c:pt>
                <c:pt idx="52">
                  <c:v>49.366664900000004</c:v>
                </c:pt>
                <c:pt idx="53">
                  <c:v>49.366664900000004</c:v>
                </c:pt>
                <c:pt idx="54">
                  <c:v>49.366664900000004</c:v>
                </c:pt>
                <c:pt idx="55">
                  <c:v>49.366664900000004</c:v>
                </c:pt>
                <c:pt idx="56">
                  <c:v>49.366664900000004</c:v>
                </c:pt>
                <c:pt idx="57">
                  <c:v>49.366664900000004</c:v>
                </c:pt>
                <c:pt idx="58">
                  <c:v>49.35</c:v>
                </c:pt>
                <c:pt idx="59">
                  <c:v>49.35</c:v>
                </c:pt>
                <c:pt idx="60">
                  <c:v>49.35</c:v>
                </c:pt>
                <c:pt idx="61">
                  <c:v>49.35</c:v>
                </c:pt>
                <c:pt idx="62">
                  <c:v>49.35</c:v>
                </c:pt>
                <c:pt idx="63">
                  <c:v>49.35</c:v>
                </c:pt>
                <c:pt idx="64">
                  <c:v>49.35</c:v>
                </c:pt>
                <c:pt idx="65">
                  <c:v>49.35</c:v>
                </c:pt>
                <c:pt idx="66">
                  <c:v>49.35</c:v>
                </c:pt>
                <c:pt idx="67">
                  <c:v>49.35</c:v>
                </c:pt>
                <c:pt idx="68">
                  <c:v>49.3333321</c:v>
                </c:pt>
                <c:pt idx="69">
                  <c:v>49.3333321</c:v>
                </c:pt>
                <c:pt idx="70">
                  <c:v>49.3333321</c:v>
                </c:pt>
                <c:pt idx="71">
                  <c:v>49.3333321</c:v>
                </c:pt>
                <c:pt idx="72">
                  <c:v>49.3333321</c:v>
                </c:pt>
                <c:pt idx="73">
                  <c:v>49.3333321</c:v>
                </c:pt>
                <c:pt idx="74">
                  <c:v>49.3333321</c:v>
                </c:pt>
                <c:pt idx="75">
                  <c:v>49.3333321</c:v>
                </c:pt>
                <c:pt idx="76">
                  <c:v>49.3333321</c:v>
                </c:pt>
                <c:pt idx="77">
                  <c:v>49.3</c:v>
                </c:pt>
                <c:pt idx="78">
                  <c:v>49.3</c:v>
                </c:pt>
                <c:pt idx="79">
                  <c:v>49.3</c:v>
                </c:pt>
                <c:pt idx="80">
                  <c:v>49.3</c:v>
                </c:pt>
                <c:pt idx="81">
                  <c:v>49.3</c:v>
                </c:pt>
                <c:pt idx="82">
                  <c:v>49.3</c:v>
                </c:pt>
                <c:pt idx="83">
                  <c:v>49.3</c:v>
                </c:pt>
                <c:pt idx="84">
                  <c:v>49.3</c:v>
                </c:pt>
                <c:pt idx="85">
                  <c:v>49.3</c:v>
                </c:pt>
                <c:pt idx="86">
                  <c:v>49.3</c:v>
                </c:pt>
                <c:pt idx="87">
                  <c:v>49.283332799999997</c:v>
                </c:pt>
                <c:pt idx="88">
                  <c:v>49.283332799999997</c:v>
                </c:pt>
                <c:pt idx="89">
                  <c:v>49.283332799999997</c:v>
                </c:pt>
                <c:pt idx="90">
                  <c:v>49.283332799999997</c:v>
                </c:pt>
                <c:pt idx="91">
                  <c:v>49.283332799999997</c:v>
                </c:pt>
                <c:pt idx="92">
                  <c:v>49.283332799999997</c:v>
                </c:pt>
                <c:pt idx="93">
                  <c:v>49.283332799999997</c:v>
                </c:pt>
                <c:pt idx="94">
                  <c:v>49.283332799999997</c:v>
                </c:pt>
                <c:pt idx="95">
                  <c:v>49.283332799999997</c:v>
                </c:pt>
                <c:pt idx="96">
                  <c:v>49.283332799999997</c:v>
                </c:pt>
                <c:pt idx="97">
                  <c:v>49.283332799999997</c:v>
                </c:pt>
                <c:pt idx="98">
                  <c:v>49.283332799999997</c:v>
                </c:pt>
                <c:pt idx="99">
                  <c:v>49.283332799999997</c:v>
                </c:pt>
                <c:pt idx="100">
                  <c:v>49.283332799999997</c:v>
                </c:pt>
                <c:pt idx="101">
                  <c:v>49.283332799999997</c:v>
                </c:pt>
                <c:pt idx="102">
                  <c:v>49.25</c:v>
                </c:pt>
                <c:pt idx="103">
                  <c:v>49.25</c:v>
                </c:pt>
                <c:pt idx="104">
                  <c:v>49.25</c:v>
                </c:pt>
                <c:pt idx="105">
                  <c:v>49.25</c:v>
                </c:pt>
                <c:pt idx="106">
                  <c:v>49.25</c:v>
                </c:pt>
                <c:pt idx="107">
                  <c:v>49.25</c:v>
                </c:pt>
                <c:pt idx="108">
                  <c:v>49.25</c:v>
                </c:pt>
                <c:pt idx="109">
                  <c:v>49.25</c:v>
                </c:pt>
                <c:pt idx="110">
                  <c:v>49.25</c:v>
                </c:pt>
                <c:pt idx="111">
                  <c:v>49.25</c:v>
                </c:pt>
                <c:pt idx="112">
                  <c:v>49.25</c:v>
                </c:pt>
                <c:pt idx="113">
                  <c:v>49.25</c:v>
                </c:pt>
                <c:pt idx="114">
                  <c:v>49.25</c:v>
                </c:pt>
                <c:pt idx="115">
                  <c:v>49.25</c:v>
                </c:pt>
                <c:pt idx="116">
                  <c:v>49.216667200000003</c:v>
                </c:pt>
                <c:pt idx="117">
                  <c:v>49.216667200000003</c:v>
                </c:pt>
                <c:pt idx="118">
                  <c:v>49.216667200000003</c:v>
                </c:pt>
                <c:pt idx="119">
                  <c:v>49.216667200000003</c:v>
                </c:pt>
                <c:pt idx="120">
                  <c:v>49.216667200000003</c:v>
                </c:pt>
                <c:pt idx="121">
                  <c:v>49.216667200000003</c:v>
                </c:pt>
                <c:pt idx="122">
                  <c:v>49.216667200000003</c:v>
                </c:pt>
                <c:pt idx="123">
                  <c:v>49.216667200000003</c:v>
                </c:pt>
                <c:pt idx="124">
                  <c:v>49.216667200000003</c:v>
                </c:pt>
                <c:pt idx="125">
                  <c:v>49.216667200000003</c:v>
                </c:pt>
                <c:pt idx="126">
                  <c:v>49.216667200000003</c:v>
                </c:pt>
                <c:pt idx="127">
                  <c:v>49.216667200000003</c:v>
                </c:pt>
                <c:pt idx="128">
                  <c:v>49.216667200000003</c:v>
                </c:pt>
                <c:pt idx="129">
                  <c:v>49.216667200000003</c:v>
                </c:pt>
                <c:pt idx="130">
                  <c:v>49.216667200000003</c:v>
                </c:pt>
                <c:pt idx="131">
                  <c:v>49.216667200000003</c:v>
                </c:pt>
                <c:pt idx="132">
                  <c:v>49.216667200000003</c:v>
                </c:pt>
                <c:pt idx="133">
                  <c:v>49.216667200000003</c:v>
                </c:pt>
                <c:pt idx="134">
                  <c:v>49.216667200000003</c:v>
                </c:pt>
                <c:pt idx="135">
                  <c:v>49.216667200000003</c:v>
                </c:pt>
                <c:pt idx="136">
                  <c:v>49.216667200000003</c:v>
                </c:pt>
                <c:pt idx="137">
                  <c:v>49.216667200000003</c:v>
                </c:pt>
                <c:pt idx="138">
                  <c:v>49.216667200000003</c:v>
                </c:pt>
                <c:pt idx="139">
                  <c:v>49.216667200000003</c:v>
                </c:pt>
                <c:pt idx="140">
                  <c:v>49.216667200000003</c:v>
                </c:pt>
                <c:pt idx="141">
                  <c:v>49.1833344</c:v>
                </c:pt>
                <c:pt idx="142">
                  <c:v>49.1833344</c:v>
                </c:pt>
                <c:pt idx="143">
                  <c:v>49.1833344</c:v>
                </c:pt>
                <c:pt idx="144">
                  <c:v>49.1833344</c:v>
                </c:pt>
                <c:pt idx="145">
                  <c:v>49.1833344</c:v>
                </c:pt>
                <c:pt idx="146">
                  <c:v>49.1833344</c:v>
                </c:pt>
                <c:pt idx="147">
                  <c:v>49.1833344</c:v>
                </c:pt>
                <c:pt idx="148">
                  <c:v>49.1833344</c:v>
                </c:pt>
                <c:pt idx="149">
                  <c:v>49.1833344</c:v>
                </c:pt>
                <c:pt idx="150">
                  <c:v>49.1833344</c:v>
                </c:pt>
                <c:pt idx="151">
                  <c:v>49.1833344</c:v>
                </c:pt>
                <c:pt idx="152">
                  <c:v>49.1833344</c:v>
                </c:pt>
                <c:pt idx="153">
                  <c:v>49.1833344</c:v>
                </c:pt>
                <c:pt idx="154">
                  <c:v>49.1833344</c:v>
                </c:pt>
                <c:pt idx="155">
                  <c:v>49.1833344</c:v>
                </c:pt>
                <c:pt idx="156">
                  <c:v>49.1833344</c:v>
                </c:pt>
                <c:pt idx="157">
                  <c:v>49.1833344</c:v>
                </c:pt>
                <c:pt idx="158">
                  <c:v>49.1833344</c:v>
                </c:pt>
                <c:pt idx="159">
                  <c:v>49.1833344</c:v>
                </c:pt>
                <c:pt idx="160">
                  <c:v>49.1833344</c:v>
                </c:pt>
                <c:pt idx="161">
                  <c:v>49.1833344</c:v>
                </c:pt>
                <c:pt idx="162">
                  <c:v>49.1833344</c:v>
                </c:pt>
                <c:pt idx="163">
                  <c:v>49.1833344</c:v>
                </c:pt>
                <c:pt idx="164">
                  <c:v>49.1833344</c:v>
                </c:pt>
                <c:pt idx="165">
                  <c:v>49.1833344</c:v>
                </c:pt>
                <c:pt idx="166">
                  <c:v>49.1833344</c:v>
                </c:pt>
                <c:pt idx="167">
                  <c:v>49.1833344</c:v>
                </c:pt>
                <c:pt idx="168">
                  <c:v>49.1833344</c:v>
                </c:pt>
                <c:pt idx="169">
                  <c:v>49.1833344</c:v>
                </c:pt>
                <c:pt idx="170">
                  <c:v>49.1833344</c:v>
                </c:pt>
                <c:pt idx="171">
                  <c:v>49.1833344</c:v>
                </c:pt>
                <c:pt idx="172">
                  <c:v>49.1833344</c:v>
                </c:pt>
                <c:pt idx="173">
                  <c:v>49.1833344</c:v>
                </c:pt>
                <c:pt idx="174">
                  <c:v>49.1833344</c:v>
                </c:pt>
                <c:pt idx="175">
                  <c:v>49.1833344</c:v>
                </c:pt>
                <c:pt idx="176">
                  <c:v>49.1833344</c:v>
                </c:pt>
                <c:pt idx="177">
                  <c:v>49.1833344</c:v>
                </c:pt>
                <c:pt idx="178">
                  <c:v>49.1833344</c:v>
                </c:pt>
                <c:pt idx="179">
                  <c:v>49.1833344</c:v>
                </c:pt>
                <c:pt idx="180">
                  <c:v>49.1833344</c:v>
                </c:pt>
                <c:pt idx="181">
                  <c:v>49.1833344</c:v>
                </c:pt>
                <c:pt idx="182">
                  <c:v>49.1833344</c:v>
                </c:pt>
                <c:pt idx="183">
                  <c:v>49.1833344</c:v>
                </c:pt>
                <c:pt idx="184">
                  <c:v>49.1833344</c:v>
                </c:pt>
                <c:pt idx="185">
                  <c:v>49.1833344</c:v>
                </c:pt>
                <c:pt idx="186">
                  <c:v>49.1833344</c:v>
                </c:pt>
                <c:pt idx="187">
                  <c:v>49.1833344</c:v>
                </c:pt>
                <c:pt idx="188">
                  <c:v>49.1833344</c:v>
                </c:pt>
                <c:pt idx="189">
                  <c:v>49.1833344</c:v>
                </c:pt>
                <c:pt idx="190">
                  <c:v>49.1833344</c:v>
                </c:pt>
                <c:pt idx="191">
                  <c:v>49.1833344</c:v>
                </c:pt>
                <c:pt idx="192">
                  <c:v>49.1833344</c:v>
                </c:pt>
                <c:pt idx="193">
                  <c:v>49.1833344</c:v>
                </c:pt>
                <c:pt idx="194">
                  <c:v>49.1833344</c:v>
                </c:pt>
                <c:pt idx="195">
                  <c:v>49.1833344</c:v>
                </c:pt>
                <c:pt idx="196">
                  <c:v>49.1833344</c:v>
                </c:pt>
                <c:pt idx="197">
                  <c:v>49.1833344</c:v>
                </c:pt>
                <c:pt idx="198">
                  <c:v>49.1833344</c:v>
                </c:pt>
                <c:pt idx="199">
                  <c:v>49.2</c:v>
                </c:pt>
                <c:pt idx="200">
                  <c:v>49.2</c:v>
                </c:pt>
                <c:pt idx="201">
                  <c:v>49.2</c:v>
                </c:pt>
                <c:pt idx="202">
                  <c:v>49.2</c:v>
                </c:pt>
                <c:pt idx="203">
                  <c:v>49.2</c:v>
                </c:pt>
                <c:pt idx="204">
                  <c:v>49.2</c:v>
                </c:pt>
                <c:pt idx="205">
                  <c:v>49.1666679</c:v>
                </c:pt>
                <c:pt idx="206">
                  <c:v>49.1666679</c:v>
                </c:pt>
                <c:pt idx="207">
                  <c:v>49.1666679</c:v>
                </c:pt>
                <c:pt idx="208">
                  <c:v>49.1666679</c:v>
                </c:pt>
                <c:pt idx="209">
                  <c:v>49.1666679</c:v>
                </c:pt>
                <c:pt idx="210">
                  <c:v>49.1666679</c:v>
                </c:pt>
                <c:pt idx="211">
                  <c:v>49.1666679</c:v>
                </c:pt>
                <c:pt idx="212">
                  <c:v>49.1666679</c:v>
                </c:pt>
                <c:pt idx="213">
                  <c:v>49.1666679</c:v>
                </c:pt>
                <c:pt idx="214">
                  <c:v>49.1666679</c:v>
                </c:pt>
                <c:pt idx="215">
                  <c:v>49.1666679</c:v>
                </c:pt>
                <c:pt idx="216">
                  <c:v>49.1666679</c:v>
                </c:pt>
                <c:pt idx="217">
                  <c:v>49.1666679</c:v>
                </c:pt>
                <c:pt idx="218">
                  <c:v>49.1666679</c:v>
                </c:pt>
                <c:pt idx="219">
                  <c:v>49.1666679</c:v>
                </c:pt>
                <c:pt idx="220">
                  <c:v>49.1666679</c:v>
                </c:pt>
                <c:pt idx="221">
                  <c:v>49.1666679</c:v>
                </c:pt>
                <c:pt idx="222">
                  <c:v>49.1666679</c:v>
                </c:pt>
                <c:pt idx="223">
                  <c:v>49.1666679</c:v>
                </c:pt>
                <c:pt idx="224">
                  <c:v>49.1666679</c:v>
                </c:pt>
                <c:pt idx="225">
                  <c:v>49.1666679</c:v>
                </c:pt>
                <c:pt idx="226">
                  <c:v>49.1666679</c:v>
                </c:pt>
                <c:pt idx="227">
                  <c:v>49.1666679</c:v>
                </c:pt>
                <c:pt idx="228">
                  <c:v>49.1666679</c:v>
                </c:pt>
                <c:pt idx="229">
                  <c:v>49.133335099999996</c:v>
                </c:pt>
                <c:pt idx="230">
                  <c:v>49.133335099999996</c:v>
                </c:pt>
                <c:pt idx="231">
                  <c:v>49.133335099999996</c:v>
                </c:pt>
                <c:pt idx="232">
                  <c:v>49.133335099999996</c:v>
                </c:pt>
                <c:pt idx="233">
                  <c:v>49.116664900000004</c:v>
                </c:pt>
                <c:pt idx="234">
                  <c:v>49.116664900000004</c:v>
                </c:pt>
                <c:pt idx="235">
                  <c:v>49.116664900000004</c:v>
                </c:pt>
                <c:pt idx="236">
                  <c:v>49.116664900000004</c:v>
                </c:pt>
                <c:pt idx="237">
                  <c:v>49.116664900000004</c:v>
                </c:pt>
                <c:pt idx="238">
                  <c:v>49.116664900000004</c:v>
                </c:pt>
                <c:pt idx="239">
                  <c:v>49.116664900000004</c:v>
                </c:pt>
                <c:pt idx="240">
                  <c:v>49.116664900000004</c:v>
                </c:pt>
                <c:pt idx="241">
                  <c:v>49.116664900000004</c:v>
                </c:pt>
                <c:pt idx="242">
                  <c:v>49.116664900000004</c:v>
                </c:pt>
                <c:pt idx="243">
                  <c:v>49.116664900000004</c:v>
                </c:pt>
                <c:pt idx="244">
                  <c:v>49.133335099999996</c:v>
                </c:pt>
                <c:pt idx="245">
                  <c:v>49.133335099999996</c:v>
                </c:pt>
                <c:pt idx="246">
                  <c:v>49.133335099999996</c:v>
                </c:pt>
                <c:pt idx="247">
                  <c:v>49.133335099999996</c:v>
                </c:pt>
                <c:pt idx="248">
                  <c:v>49.133335099999996</c:v>
                </c:pt>
                <c:pt idx="249">
                  <c:v>49.133335099999996</c:v>
                </c:pt>
                <c:pt idx="250">
                  <c:v>49.133335099999996</c:v>
                </c:pt>
                <c:pt idx="251">
                  <c:v>49.133335099999996</c:v>
                </c:pt>
                <c:pt idx="252">
                  <c:v>49.133335099999996</c:v>
                </c:pt>
                <c:pt idx="253">
                  <c:v>49.133335099999996</c:v>
                </c:pt>
                <c:pt idx="254">
                  <c:v>49.133335099999996</c:v>
                </c:pt>
                <c:pt idx="255">
                  <c:v>49.133335099999996</c:v>
                </c:pt>
                <c:pt idx="256">
                  <c:v>49.133335099999996</c:v>
                </c:pt>
                <c:pt idx="257">
                  <c:v>49.133335099999996</c:v>
                </c:pt>
                <c:pt idx="258">
                  <c:v>49.133335099999996</c:v>
                </c:pt>
                <c:pt idx="259">
                  <c:v>49.133335099999996</c:v>
                </c:pt>
                <c:pt idx="260">
                  <c:v>49.133335099999996</c:v>
                </c:pt>
                <c:pt idx="261">
                  <c:v>49.133335099999996</c:v>
                </c:pt>
                <c:pt idx="262">
                  <c:v>49.133335099999996</c:v>
                </c:pt>
                <c:pt idx="263">
                  <c:v>49.15</c:v>
                </c:pt>
                <c:pt idx="264">
                  <c:v>49.15</c:v>
                </c:pt>
                <c:pt idx="265">
                  <c:v>49.15</c:v>
                </c:pt>
                <c:pt idx="266">
                  <c:v>49.15</c:v>
                </c:pt>
                <c:pt idx="267">
                  <c:v>49.15</c:v>
                </c:pt>
                <c:pt idx="268">
                  <c:v>49.116664900000004</c:v>
                </c:pt>
                <c:pt idx="269">
                  <c:v>49.116664900000004</c:v>
                </c:pt>
                <c:pt idx="270">
                  <c:v>49.116664900000004</c:v>
                </c:pt>
                <c:pt idx="271">
                  <c:v>49.116664900000004</c:v>
                </c:pt>
                <c:pt idx="272">
                  <c:v>49.0833321</c:v>
                </c:pt>
                <c:pt idx="273">
                  <c:v>49.0833321</c:v>
                </c:pt>
                <c:pt idx="274">
                  <c:v>49.0833321</c:v>
                </c:pt>
                <c:pt idx="275">
                  <c:v>49.0833321</c:v>
                </c:pt>
                <c:pt idx="276">
                  <c:v>49.0833321</c:v>
                </c:pt>
                <c:pt idx="277">
                  <c:v>49.0833321</c:v>
                </c:pt>
                <c:pt idx="278">
                  <c:v>49.1</c:v>
                </c:pt>
                <c:pt idx="279">
                  <c:v>49.1</c:v>
                </c:pt>
                <c:pt idx="280">
                  <c:v>49.1</c:v>
                </c:pt>
                <c:pt idx="281">
                  <c:v>49.1</c:v>
                </c:pt>
                <c:pt idx="282">
                  <c:v>49.1</c:v>
                </c:pt>
                <c:pt idx="283">
                  <c:v>49.1</c:v>
                </c:pt>
                <c:pt idx="284">
                  <c:v>49.1</c:v>
                </c:pt>
                <c:pt idx="285">
                  <c:v>49.1</c:v>
                </c:pt>
                <c:pt idx="286">
                  <c:v>49.1</c:v>
                </c:pt>
                <c:pt idx="287">
                  <c:v>49.5833321</c:v>
                </c:pt>
                <c:pt idx="288">
                  <c:v>49.5833321</c:v>
                </c:pt>
                <c:pt idx="289">
                  <c:v>49.5833321</c:v>
                </c:pt>
                <c:pt idx="290">
                  <c:v>49.5833321</c:v>
                </c:pt>
                <c:pt idx="291">
                  <c:v>49.5833321</c:v>
                </c:pt>
                <c:pt idx="292">
                  <c:v>50.616664900000004</c:v>
                </c:pt>
                <c:pt idx="293">
                  <c:v>50.616664900000004</c:v>
                </c:pt>
                <c:pt idx="294">
                  <c:v>50.616664900000004</c:v>
                </c:pt>
                <c:pt idx="295">
                  <c:v>50.616664900000004</c:v>
                </c:pt>
                <c:pt idx="296">
                  <c:v>50.616664900000004</c:v>
                </c:pt>
                <c:pt idx="297">
                  <c:v>52.116664900000004</c:v>
                </c:pt>
                <c:pt idx="298">
                  <c:v>52.116664900000004</c:v>
                </c:pt>
                <c:pt idx="299">
                  <c:v>52.116664900000004</c:v>
                </c:pt>
                <c:pt idx="300">
                  <c:v>52.116664900000004</c:v>
                </c:pt>
                <c:pt idx="301">
                  <c:v>54.0833321</c:v>
                </c:pt>
                <c:pt idx="302">
                  <c:v>54.0833321</c:v>
                </c:pt>
                <c:pt idx="303">
                  <c:v>54.0833321</c:v>
                </c:pt>
                <c:pt idx="304">
                  <c:v>54.0833321</c:v>
                </c:pt>
                <c:pt idx="305">
                  <c:v>54.0833321</c:v>
                </c:pt>
                <c:pt idx="306">
                  <c:v>54.0833321</c:v>
                </c:pt>
                <c:pt idx="307">
                  <c:v>56.4166679</c:v>
                </c:pt>
                <c:pt idx="308">
                  <c:v>56.4166679</c:v>
                </c:pt>
                <c:pt idx="309">
                  <c:v>56.4166679</c:v>
                </c:pt>
                <c:pt idx="310">
                  <c:v>56.4166679</c:v>
                </c:pt>
                <c:pt idx="311">
                  <c:v>59.216667200000003</c:v>
                </c:pt>
                <c:pt idx="312">
                  <c:v>59.216667200000003</c:v>
                </c:pt>
                <c:pt idx="313">
                  <c:v>59.216667200000003</c:v>
                </c:pt>
                <c:pt idx="314">
                  <c:v>59.216667200000003</c:v>
                </c:pt>
                <c:pt idx="315">
                  <c:v>59.216667200000003</c:v>
                </c:pt>
                <c:pt idx="316">
                  <c:v>62.4166679</c:v>
                </c:pt>
                <c:pt idx="317">
                  <c:v>62.4166679</c:v>
                </c:pt>
                <c:pt idx="318">
                  <c:v>62.4166679</c:v>
                </c:pt>
                <c:pt idx="319">
                  <c:v>62.4166679</c:v>
                </c:pt>
                <c:pt idx="320">
                  <c:v>62.4166679</c:v>
                </c:pt>
                <c:pt idx="321">
                  <c:v>65.849999999999994</c:v>
                </c:pt>
                <c:pt idx="322">
                  <c:v>65.849999999999994</c:v>
                </c:pt>
                <c:pt idx="323">
                  <c:v>65.849999999999994</c:v>
                </c:pt>
                <c:pt idx="324">
                  <c:v>65.849999999999994</c:v>
                </c:pt>
                <c:pt idx="325">
                  <c:v>65.849999999999994</c:v>
                </c:pt>
                <c:pt idx="326">
                  <c:v>69.583335899999994</c:v>
                </c:pt>
                <c:pt idx="327">
                  <c:v>69.583335899999994</c:v>
                </c:pt>
                <c:pt idx="328">
                  <c:v>69.583335899999994</c:v>
                </c:pt>
                <c:pt idx="329">
                  <c:v>69.583335899999994</c:v>
                </c:pt>
                <c:pt idx="330">
                  <c:v>69.583335899999994</c:v>
                </c:pt>
                <c:pt idx="331">
                  <c:v>73.366669999999999</c:v>
                </c:pt>
                <c:pt idx="332">
                  <c:v>73.366669999999999</c:v>
                </c:pt>
                <c:pt idx="333">
                  <c:v>73.366669999999999</c:v>
                </c:pt>
                <c:pt idx="334">
                  <c:v>73.366669999999999</c:v>
                </c:pt>
                <c:pt idx="335">
                  <c:v>73.366669999999999</c:v>
                </c:pt>
                <c:pt idx="336">
                  <c:v>77.55</c:v>
                </c:pt>
                <c:pt idx="337">
                  <c:v>77.55</c:v>
                </c:pt>
                <c:pt idx="338">
                  <c:v>77.55</c:v>
                </c:pt>
                <c:pt idx="339">
                  <c:v>77.55</c:v>
                </c:pt>
                <c:pt idx="340">
                  <c:v>81.566665599999993</c:v>
                </c:pt>
                <c:pt idx="341">
                  <c:v>81.566665599999993</c:v>
                </c:pt>
                <c:pt idx="342">
                  <c:v>81.566665599999993</c:v>
                </c:pt>
                <c:pt idx="343">
                  <c:v>81.566665599999993</c:v>
                </c:pt>
                <c:pt idx="344">
                  <c:v>81.566665599999993</c:v>
                </c:pt>
                <c:pt idx="345">
                  <c:v>85.35</c:v>
                </c:pt>
                <c:pt idx="346">
                  <c:v>85.35</c:v>
                </c:pt>
                <c:pt idx="347">
                  <c:v>85.35</c:v>
                </c:pt>
                <c:pt idx="348">
                  <c:v>85.35</c:v>
                </c:pt>
                <c:pt idx="349">
                  <c:v>85.35</c:v>
                </c:pt>
                <c:pt idx="350">
                  <c:v>89.616669999999999</c:v>
                </c:pt>
                <c:pt idx="351">
                  <c:v>89.616669999999999</c:v>
                </c:pt>
                <c:pt idx="352">
                  <c:v>89.616669999999999</c:v>
                </c:pt>
                <c:pt idx="353">
                  <c:v>89.616669999999999</c:v>
                </c:pt>
                <c:pt idx="354">
                  <c:v>89.616669999999999</c:v>
                </c:pt>
                <c:pt idx="355">
                  <c:v>93.716669999999993</c:v>
                </c:pt>
                <c:pt idx="356">
                  <c:v>93.716669999999993</c:v>
                </c:pt>
                <c:pt idx="357">
                  <c:v>93.716669999999993</c:v>
                </c:pt>
                <c:pt idx="358">
                  <c:v>93.716669999999993</c:v>
                </c:pt>
                <c:pt idx="359">
                  <c:v>93.716669999999993</c:v>
                </c:pt>
                <c:pt idx="360">
                  <c:v>97.566665599999993</c:v>
                </c:pt>
                <c:pt idx="361">
                  <c:v>97.566665599999993</c:v>
                </c:pt>
                <c:pt idx="362">
                  <c:v>97.566665599999993</c:v>
                </c:pt>
                <c:pt idx="363">
                  <c:v>97.566665599999993</c:v>
                </c:pt>
                <c:pt idx="364">
                  <c:v>97.566665599999993</c:v>
                </c:pt>
                <c:pt idx="365">
                  <c:v>101.26667</c:v>
                </c:pt>
                <c:pt idx="366">
                  <c:v>101.26667</c:v>
                </c:pt>
                <c:pt idx="367">
                  <c:v>101.26667</c:v>
                </c:pt>
                <c:pt idx="368">
                  <c:v>101.26667</c:v>
                </c:pt>
                <c:pt idx="369">
                  <c:v>101.26667</c:v>
                </c:pt>
                <c:pt idx="370">
                  <c:v>104.73333</c:v>
                </c:pt>
                <c:pt idx="371">
                  <c:v>104.73333</c:v>
                </c:pt>
                <c:pt idx="372">
                  <c:v>104.73333</c:v>
                </c:pt>
                <c:pt idx="373">
                  <c:v>104.73333</c:v>
                </c:pt>
                <c:pt idx="374">
                  <c:v>104.73333</c:v>
                </c:pt>
                <c:pt idx="375">
                  <c:v>108.066666</c:v>
                </c:pt>
                <c:pt idx="376">
                  <c:v>108.066666</c:v>
                </c:pt>
                <c:pt idx="377">
                  <c:v>108.066666</c:v>
                </c:pt>
                <c:pt idx="378">
                  <c:v>108.066666</c:v>
                </c:pt>
                <c:pt idx="379">
                  <c:v>108.066666</c:v>
                </c:pt>
                <c:pt idx="380">
                  <c:v>111.583336</c:v>
                </c:pt>
                <c:pt idx="381">
                  <c:v>111.583336</c:v>
                </c:pt>
                <c:pt idx="382">
                  <c:v>111.583336</c:v>
                </c:pt>
                <c:pt idx="383">
                  <c:v>111.583336</c:v>
                </c:pt>
                <c:pt idx="384">
                  <c:v>114.98333</c:v>
                </c:pt>
                <c:pt idx="385">
                  <c:v>114.98333</c:v>
                </c:pt>
                <c:pt idx="386">
                  <c:v>114.98333</c:v>
                </c:pt>
                <c:pt idx="387">
                  <c:v>114.98333</c:v>
                </c:pt>
                <c:pt idx="388">
                  <c:v>114.98333</c:v>
                </c:pt>
                <c:pt idx="389">
                  <c:v>118.166664</c:v>
                </c:pt>
                <c:pt idx="390">
                  <c:v>118.166664</c:v>
                </c:pt>
                <c:pt idx="391">
                  <c:v>118.166664</c:v>
                </c:pt>
                <c:pt idx="392">
                  <c:v>118.166664</c:v>
                </c:pt>
                <c:pt idx="393">
                  <c:v>118.166664</c:v>
                </c:pt>
                <c:pt idx="394">
                  <c:v>121.216667</c:v>
                </c:pt>
                <c:pt idx="395">
                  <c:v>121.216667</c:v>
                </c:pt>
                <c:pt idx="396">
                  <c:v>121.216667</c:v>
                </c:pt>
                <c:pt idx="397">
                  <c:v>121.216667</c:v>
                </c:pt>
                <c:pt idx="398">
                  <c:v>121.216667</c:v>
                </c:pt>
                <c:pt idx="399">
                  <c:v>124.083336</c:v>
                </c:pt>
                <c:pt idx="400">
                  <c:v>124.083336</c:v>
                </c:pt>
                <c:pt idx="401">
                  <c:v>124.083336</c:v>
                </c:pt>
                <c:pt idx="402">
                  <c:v>124.083336</c:v>
                </c:pt>
                <c:pt idx="403">
                  <c:v>124.083336</c:v>
                </c:pt>
                <c:pt idx="404">
                  <c:v>126.816666</c:v>
                </c:pt>
                <c:pt idx="405">
                  <c:v>126.816666</c:v>
                </c:pt>
                <c:pt idx="406">
                  <c:v>126.816666</c:v>
                </c:pt>
                <c:pt idx="407">
                  <c:v>126.816666</c:v>
                </c:pt>
                <c:pt idx="408">
                  <c:v>126.816666</c:v>
                </c:pt>
                <c:pt idx="409">
                  <c:v>129.866669</c:v>
                </c:pt>
                <c:pt idx="410">
                  <c:v>129.866669</c:v>
                </c:pt>
                <c:pt idx="411">
                  <c:v>129.866669</c:v>
                </c:pt>
                <c:pt idx="412">
                  <c:v>129.866669</c:v>
                </c:pt>
                <c:pt idx="413">
                  <c:v>129.866669</c:v>
                </c:pt>
                <c:pt idx="414">
                  <c:v>132.73333700000001</c:v>
                </c:pt>
                <c:pt idx="415">
                  <c:v>132.73333700000001</c:v>
                </c:pt>
                <c:pt idx="416">
                  <c:v>132.73333700000001</c:v>
                </c:pt>
                <c:pt idx="417">
                  <c:v>132.73333700000001</c:v>
                </c:pt>
                <c:pt idx="418">
                  <c:v>132.73333700000001</c:v>
                </c:pt>
                <c:pt idx="419">
                  <c:v>135.066666</c:v>
                </c:pt>
                <c:pt idx="420">
                  <c:v>135.066666</c:v>
                </c:pt>
                <c:pt idx="421">
                  <c:v>135.066666</c:v>
                </c:pt>
                <c:pt idx="422">
                  <c:v>135.066666</c:v>
                </c:pt>
                <c:pt idx="423">
                  <c:v>135.066666</c:v>
                </c:pt>
                <c:pt idx="424">
                  <c:v>137.23333700000001</c:v>
                </c:pt>
                <c:pt idx="425">
                  <c:v>137.23333700000001</c:v>
                </c:pt>
                <c:pt idx="426">
                  <c:v>137.23333700000001</c:v>
                </c:pt>
                <c:pt idx="427">
                  <c:v>137.23333700000001</c:v>
                </c:pt>
                <c:pt idx="428">
                  <c:v>137.23333700000001</c:v>
                </c:pt>
                <c:pt idx="429">
                  <c:v>139.73333700000001</c:v>
                </c:pt>
                <c:pt idx="430">
                  <c:v>139.73333700000001</c:v>
                </c:pt>
                <c:pt idx="431">
                  <c:v>139.73333700000001</c:v>
                </c:pt>
                <c:pt idx="432">
                  <c:v>139.73333700000001</c:v>
                </c:pt>
                <c:pt idx="433">
                  <c:v>141.683334</c:v>
                </c:pt>
                <c:pt idx="434">
                  <c:v>141.683334</c:v>
                </c:pt>
                <c:pt idx="435">
                  <c:v>141.683334</c:v>
                </c:pt>
                <c:pt idx="436">
                  <c:v>141.683334</c:v>
                </c:pt>
                <c:pt idx="437">
                  <c:v>141.683334</c:v>
                </c:pt>
                <c:pt idx="438">
                  <c:v>143.94999999999999</c:v>
                </c:pt>
                <c:pt idx="439">
                  <c:v>143.94999999999999</c:v>
                </c:pt>
                <c:pt idx="440">
                  <c:v>143.94999999999999</c:v>
                </c:pt>
                <c:pt idx="441">
                  <c:v>143.94999999999999</c:v>
                </c:pt>
                <c:pt idx="442">
                  <c:v>143.94999999999999</c:v>
                </c:pt>
                <c:pt idx="443">
                  <c:v>146.116669</c:v>
                </c:pt>
                <c:pt idx="444">
                  <c:v>146.116669</c:v>
                </c:pt>
                <c:pt idx="445">
                  <c:v>146.116669</c:v>
                </c:pt>
                <c:pt idx="446">
                  <c:v>146.116669</c:v>
                </c:pt>
                <c:pt idx="447">
                  <c:v>146.116669</c:v>
                </c:pt>
                <c:pt idx="448">
                  <c:v>147.76666299999999</c:v>
                </c:pt>
                <c:pt idx="449">
                  <c:v>147.76666299999999</c:v>
                </c:pt>
                <c:pt idx="450">
                  <c:v>147.76666299999999</c:v>
                </c:pt>
                <c:pt idx="451">
                  <c:v>147.76666299999999</c:v>
                </c:pt>
                <c:pt idx="452">
                  <c:v>147.76666299999999</c:v>
                </c:pt>
                <c:pt idx="453">
                  <c:v>149.35</c:v>
                </c:pt>
                <c:pt idx="454">
                  <c:v>149.35</c:v>
                </c:pt>
                <c:pt idx="455">
                  <c:v>149.35</c:v>
                </c:pt>
                <c:pt idx="456">
                  <c:v>149.35</c:v>
                </c:pt>
                <c:pt idx="457">
                  <c:v>149.35</c:v>
                </c:pt>
                <c:pt idx="458">
                  <c:v>151.23333700000001</c:v>
                </c:pt>
                <c:pt idx="459">
                  <c:v>151.23333700000001</c:v>
                </c:pt>
                <c:pt idx="460">
                  <c:v>151.23333700000001</c:v>
                </c:pt>
                <c:pt idx="461">
                  <c:v>151.23333700000001</c:v>
                </c:pt>
                <c:pt idx="462">
                  <c:v>153.066666</c:v>
                </c:pt>
                <c:pt idx="463">
                  <c:v>153.066666</c:v>
                </c:pt>
                <c:pt idx="464">
                  <c:v>153.066666</c:v>
                </c:pt>
                <c:pt idx="465">
                  <c:v>153.066666</c:v>
                </c:pt>
                <c:pt idx="466">
                  <c:v>153.066666</c:v>
                </c:pt>
                <c:pt idx="467">
                  <c:v>154.76666299999999</c:v>
                </c:pt>
                <c:pt idx="468">
                  <c:v>154.76666299999999</c:v>
                </c:pt>
                <c:pt idx="469">
                  <c:v>154.76666299999999</c:v>
                </c:pt>
                <c:pt idx="470">
                  <c:v>154.76666299999999</c:v>
                </c:pt>
                <c:pt idx="471">
                  <c:v>154.76666299999999</c:v>
                </c:pt>
                <c:pt idx="472">
                  <c:v>156.433334</c:v>
                </c:pt>
                <c:pt idx="473">
                  <c:v>156.433334</c:v>
                </c:pt>
                <c:pt idx="474">
                  <c:v>156.433334</c:v>
                </c:pt>
                <c:pt idx="475">
                  <c:v>156.433334</c:v>
                </c:pt>
                <c:pt idx="476">
                  <c:v>156.433334</c:v>
                </c:pt>
                <c:pt idx="477">
                  <c:v>157.96665999999999</c:v>
                </c:pt>
                <c:pt idx="478">
                  <c:v>157.96665999999999</c:v>
                </c:pt>
                <c:pt idx="479">
                  <c:v>157.96665999999999</c:v>
                </c:pt>
                <c:pt idx="480">
                  <c:v>157.96665999999999</c:v>
                </c:pt>
                <c:pt idx="481">
                  <c:v>157.96665999999999</c:v>
                </c:pt>
                <c:pt idx="482">
                  <c:v>159.433334</c:v>
                </c:pt>
                <c:pt idx="483">
                  <c:v>159.433334</c:v>
                </c:pt>
                <c:pt idx="484">
                  <c:v>159.433334</c:v>
                </c:pt>
                <c:pt idx="485">
                  <c:v>159.433334</c:v>
                </c:pt>
                <c:pt idx="486">
                  <c:v>159.433334</c:v>
                </c:pt>
                <c:pt idx="487">
                  <c:v>160.85</c:v>
                </c:pt>
                <c:pt idx="488">
                  <c:v>160.85</c:v>
                </c:pt>
                <c:pt idx="489">
                  <c:v>160.85</c:v>
                </c:pt>
                <c:pt idx="490">
                  <c:v>160.85</c:v>
                </c:pt>
                <c:pt idx="491">
                  <c:v>160.85</c:v>
                </c:pt>
                <c:pt idx="492">
                  <c:v>162.16667200000001</c:v>
                </c:pt>
                <c:pt idx="493">
                  <c:v>162.16667200000001</c:v>
                </c:pt>
                <c:pt idx="494">
                  <c:v>162.16667200000001</c:v>
                </c:pt>
                <c:pt idx="495">
                  <c:v>162.16667200000001</c:v>
                </c:pt>
                <c:pt idx="496">
                  <c:v>162.16667200000001</c:v>
                </c:pt>
                <c:pt idx="497">
                  <c:v>163.41667200000001</c:v>
                </c:pt>
                <c:pt idx="498">
                  <c:v>163.41667200000001</c:v>
                </c:pt>
                <c:pt idx="499">
                  <c:v>163.41667200000001</c:v>
                </c:pt>
                <c:pt idx="500">
                  <c:v>163.41667200000001</c:v>
                </c:pt>
                <c:pt idx="501">
                  <c:v>163.41667200000001</c:v>
                </c:pt>
                <c:pt idx="502">
                  <c:v>164.6</c:v>
                </c:pt>
                <c:pt idx="503">
                  <c:v>164.6</c:v>
                </c:pt>
                <c:pt idx="504">
                  <c:v>164.6</c:v>
                </c:pt>
                <c:pt idx="505">
                  <c:v>164.6</c:v>
                </c:pt>
                <c:pt idx="506">
                  <c:v>164.6</c:v>
                </c:pt>
                <c:pt idx="507">
                  <c:v>165.71665999999999</c:v>
                </c:pt>
                <c:pt idx="508">
                  <c:v>165.71665999999999</c:v>
                </c:pt>
                <c:pt idx="509">
                  <c:v>165.71665999999999</c:v>
                </c:pt>
                <c:pt idx="510">
                  <c:v>165.71665999999999</c:v>
                </c:pt>
                <c:pt idx="511">
                  <c:v>166.83332799999999</c:v>
                </c:pt>
                <c:pt idx="512">
                  <c:v>166.83332799999999</c:v>
                </c:pt>
                <c:pt idx="513">
                  <c:v>166.83332799999999</c:v>
                </c:pt>
                <c:pt idx="514">
                  <c:v>166.83332799999999</c:v>
                </c:pt>
                <c:pt idx="515">
                  <c:v>166.83332799999999</c:v>
                </c:pt>
                <c:pt idx="516">
                  <c:v>166.83332799999999</c:v>
                </c:pt>
                <c:pt idx="517">
                  <c:v>167.9</c:v>
                </c:pt>
                <c:pt idx="518">
                  <c:v>167.9</c:v>
                </c:pt>
                <c:pt idx="519">
                  <c:v>167.9</c:v>
                </c:pt>
                <c:pt idx="520">
                  <c:v>167.9</c:v>
                </c:pt>
                <c:pt idx="521">
                  <c:v>168.85</c:v>
                </c:pt>
                <c:pt idx="522">
                  <c:v>168.85</c:v>
                </c:pt>
                <c:pt idx="523">
                  <c:v>168.85</c:v>
                </c:pt>
                <c:pt idx="524">
                  <c:v>168.85</c:v>
                </c:pt>
                <c:pt idx="525">
                  <c:v>168.85</c:v>
                </c:pt>
                <c:pt idx="526">
                  <c:v>169.76666299999999</c:v>
                </c:pt>
                <c:pt idx="527">
                  <c:v>169.76666299999999</c:v>
                </c:pt>
                <c:pt idx="528">
                  <c:v>169.76666299999999</c:v>
                </c:pt>
                <c:pt idx="529">
                  <c:v>169.76666299999999</c:v>
                </c:pt>
                <c:pt idx="530">
                  <c:v>169.76666299999999</c:v>
                </c:pt>
                <c:pt idx="531">
                  <c:v>170.633331</c:v>
                </c:pt>
                <c:pt idx="532">
                  <c:v>170.633331</c:v>
                </c:pt>
                <c:pt idx="533">
                  <c:v>170.633331</c:v>
                </c:pt>
                <c:pt idx="534">
                  <c:v>170.633331</c:v>
                </c:pt>
                <c:pt idx="535">
                  <c:v>170.633331</c:v>
                </c:pt>
                <c:pt idx="536">
                  <c:v>171.5</c:v>
                </c:pt>
                <c:pt idx="537">
                  <c:v>171.5</c:v>
                </c:pt>
                <c:pt idx="538">
                  <c:v>171.5</c:v>
                </c:pt>
                <c:pt idx="539">
                  <c:v>171.5</c:v>
                </c:pt>
                <c:pt idx="540">
                  <c:v>171.5</c:v>
                </c:pt>
                <c:pt idx="541">
                  <c:v>172.28334000000001</c:v>
                </c:pt>
                <c:pt idx="542">
                  <c:v>172.28334000000001</c:v>
                </c:pt>
                <c:pt idx="543">
                  <c:v>172.28334000000001</c:v>
                </c:pt>
                <c:pt idx="544">
                  <c:v>172.28334000000001</c:v>
                </c:pt>
                <c:pt idx="545">
                  <c:v>172.28334000000001</c:v>
                </c:pt>
                <c:pt idx="546">
                  <c:v>173.01666299999999</c:v>
                </c:pt>
                <c:pt idx="547">
                  <c:v>173.01666299999999</c:v>
                </c:pt>
                <c:pt idx="548">
                  <c:v>173.01666299999999</c:v>
                </c:pt>
                <c:pt idx="549">
                  <c:v>173.01666299999999</c:v>
                </c:pt>
                <c:pt idx="550">
                  <c:v>173.76666299999999</c:v>
                </c:pt>
                <c:pt idx="551">
                  <c:v>173.76666299999999</c:v>
                </c:pt>
                <c:pt idx="552">
                  <c:v>173.76666299999999</c:v>
                </c:pt>
                <c:pt idx="553">
                  <c:v>173.76666299999999</c:v>
                </c:pt>
                <c:pt idx="554">
                  <c:v>173.76666299999999</c:v>
                </c:pt>
                <c:pt idx="555">
                  <c:v>173.76666299999999</c:v>
                </c:pt>
                <c:pt idx="556">
                  <c:v>174.433334</c:v>
                </c:pt>
                <c:pt idx="557">
                  <c:v>174.433334</c:v>
                </c:pt>
                <c:pt idx="558">
                  <c:v>174.433334</c:v>
                </c:pt>
                <c:pt idx="559">
                  <c:v>174.433334</c:v>
                </c:pt>
                <c:pt idx="560">
                  <c:v>175.116669</c:v>
                </c:pt>
                <c:pt idx="561">
                  <c:v>175.116669</c:v>
                </c:pt>
                <c:pt idx="562">
                  <c:v>175.116669</c:v>
                </c:pt>
                <c:pt idx="563">
                  <c:v>175.116669</c:v>
                </c:pt>
                <c:pt idx="564">
                  <c:v>175.116669</c:v>
                </c:pt>
                <c:pt idx="565">
                  <c:v>176.183334</c:v>
                </c:pt>
                <c:pt idx="566">
                  <c:v>176.183334</c:v>
                </c:pt>
                <c:pt idx="567">
                  <c:v>176.183334</c:v>
                </c:pt>
                <c:pt idx="568">
                  <c:v>176.183334</c:v>
                </c:pt>
                <c:pt idx="569">
                  <c:v>176.183334</c:v>
                </c:pt>
                <c:pt idx="570">
                  <c:v>176.73333700000001</c:v>
                </c:pt>
                <c:pt idx="571">
                  <c:v>176.73333700000001</c:v>
                </c:pt>
                <c:pt idx="572">
                  <c:v>176.73333700000001</c:v>
                </c:pt>
                <c:pt idx="573">
                  <c:v>176.73333700000001</c:v>
                </c:pt>
                <c:pt idx="574">
                  <c:v>176.73333700000001</c:v>
                </c:pt>
                <c:pt idx="575">
                  <c:v>177.73333700000001</c:v>
                </c:pt>
                <c:pt idx="576">
                  <c:v>177.73333700000001</c:v>
                </c:pt>
                <c:pt idx="577">
                  <c:v>177.73333700000001</c:v>
                </c:pt>
                <c:pt idx="578">
                  <c:v>177.73333700000001</c:v>
                </c:pt>
                <c:pt idx="579">
                  <c:v>177.73333700000001</c:v>
                </c:pt>
                <c:pt idx="580">
                  <c:v>178.2</c:v>
                </c:pt>
                <c:pt idx="581">
                  <c:v>178.2</c:v>
                </c:pt>
                <c:pt idx="582">
                  <c:v>178.2</c:v>
                </c:pt>
                <c:pt idx="583">
                  <c:v>178.2</c:v>
                </c:pt>
                <c:pt idx="584">
                  <c:v>178.2</c:v>
                </c:pt>
                <c:pt idx="585">
                  <c:v>178.65</c:v>
                </c:pt>
                <c:pt idx="586">
                  <c:v>178.65</c:v>
                </c:pt>
                <c:pt idx="587">
                  <c:v>178.65</c:v>
                </c:pt>
                <c:pt idx="588">
                  <c:v>178.65</c:v>
                </c:pt>
                <c:pt idx="589">
                  <c:v>178.65</c:v>
                </c:pt>
                <c:pt idx="590">
                  <c:v>179.066666</c:v>
                </c:pt>
                <c:pt idx="591">
                  <c:v>179.066666</c:v>
                </c:pt>
                <c:pt idx="592">
                  <c:v>179.066666</c:v>
                </c:pt>
                <c:pt idx="593">
                  <c:v>179.066666</c:v>
                </c:pt>
                <c:pt idx="594">
                  <c:v>179.066666</c:v>
                </c:pt>
                <c:pt idx="595">
                  <c:v>179.51666299999999</c:v>
                </c:pt>
                <c:pt idx="596">
                  <c:v>179.51666299999999</c:v>
                </c:pt>
                <c:pt idx="597">
                  <c:v>179.51666299999999</c:v>
                </c:pt>
                <c:pt idx="598">
                  <c:v>179.51666299999999</c:v>
                </c:pt>
                <c:pt idx="599">
                  <c:v>179.933334</c:v>
                </c:pt>
                <c:pt idx="600">
                  <c:v>179.933334</c:v>
                </c:pt>
                <c:pt idx="601">
                  <c:v>179.933334</c:v>
                </c:pt>
                <c:pt idx="602">
                  <c:v>179.933334</c:v>
                </c:pt>
                <c:pt idx="603">
                  <c:v>179.933334</c:v>
                </c:pt>
                <c:pt idx="604">
                  <c:v>180.33332799999999</c:v>
                </c:pt>
                <c:pt idx="605">
                  <c:v>180.33332799999999</c:v>
                </c:pt>
                <c:pt idx="606">
                  <c:v>180.33332799999999</c:v>
                </c:pt>
                <c:pt idx="607">
                  <c:v>180.33332799999999</c:v>
                </c:pt>
                <c:pt idx="608">
                  <c:v>180.33332799999999</c:v>
                </c:pt>
                <c:pt idx="609">
                  <c:v>180.66667200000001</c:v>
                </c:pt>
                <c:pt idx="610">
                  <c:v>180.66667200000001</c:v>
                </c:pt>
                <c:pt idx="611">
                  <c:v>180.66667200000001</c:v>
                </c:pt>
                <c:pt idx="612">
                  <c:v>180.66667200000001</c:v>
                </c:pt>
                <c:pt idx="613">
                  <c:v>180.66667200000001</c:v>
                </c:pt>
                <c:pt idx="614">
                  <c:v>181.03334000000001</c:v>
                </c:pt>
                <c:pt idx="615">
                  <c:v>181.03334000000001</c:v>
                </c:pt>
                <c:pt idx="616">
                  <c:v>181.03334000000001</c:v>
                </c:pt>
                <c:pt idx="617">
                  <c:v>181.03334000000001</c:v>
                </c:pt>
                <c:pt idx="618">
                  <c:v>181.03334000000001</c:v>
                </c:pt>
                <c:pt idx="619">
                  <c:v>181.383331</c:v>
                </c:pt>
                <c:pt idx="620">
                  <c:v>181.383331</c:v>
                </c:pt>
                <c:pt idx="621">
                  <c:v>181.383331</c:v>
                </c:pt>
                <c:pt idx="622">
                  <c:v>181.383331</c:v>
                </c:pt>
                <c:pt idx="623">
                  <c:v>181.383331</c:v>
                </c:pt>
                <c:pt idx="624">
                  <c:v>182.183334</c:v>
                </c:pt>
                <c:pt idx="625">
                  <c:v>182.183334</c:v>
                </c:pt>
                <c:pt idx="626">
                  <c:v>182.183334</c:v>
                </c:pt>
                <c:pt idx="627">
                  <c:v>182.183334</c:v>
                </c:pt>
                <c:pt idx="628">
                  <c:v>182.183334</c:v>
                </c:pt>
                <c:pt idx="629">
                  <c:v>182.433334</c:v>
                </c:pt>
                <c:pt idx="630">
                  <c:v>182.433334</c:v>
                </c:pt>
                <c:pt idx="631">
                  <c:v>182.433334</c:v>
                </c:pt>
                <c:pt idx="632">
                  <c:v>182.433334</c:v>
                </c:pt>
                <c:pt idx="633">
                  <c:v>182.433334</c:v>
                </c:pt>
                <c:pt idx="634">
                  <c:v>182.66667200000001</c:v>
                </c:pt>
                <c:pt idx="635">
                  <c:v>182.66667200000001</c:v>
                </c:pt>
                <c:pt idx="636">
                  <c:v>182.66667200000001</c:v>
                </c:pt>
                <c:pt idx="637">
                  <c:v>182.66667200000001</c:v>
                </c:pt>
                <c:pt idx="638">
                  <c:v>182.9</c:v>
                </c:pt>
                <c:pt idx="639">
                  <c:v>182.9</c:v>
                </c:pt>
                <c:pt idx="640">
                  <c:v>182.9</c:v>
                </c:pt>
                <c:pt idx="641">
                  <c:v>182.9</c:v>
                </c:pt>
                <c:pt idx="642">
                  <c:v>182.9</c:v>
                </c:pt>
                <c:pt idx="643">
                  <c:v>183.1</c:v>
                </c:pt>
                <c:pt idx="644">
                  <c:v>183.1</c:v>
                </c:pt>
                <c:pt idx="645">
                  <c:v>183.1</c:v>
                </c:pt>
                <c:pt idx="646">
                  <c:v>183.1</c:v>
                </c:pt>
                <c:pt idx="647">
                  <c:v>183.1</c:v>
                </c:pt>
                <c:pt idx="648">
                  <c:v>183.3</c:v>
                </c:pt>
                <c:pt idx="649">
                  <c:v>183.3</c:v>
                </c:pt>
                <c:pt idx="650">
                  <c:v>183.3</c:v>
                </c:pt>
                <c:pt idx="651">
                  <c:v>183.3</c:v>
                </c:pt>
                <c:pt idx="652">
                  <c:v>183.3</c:v>
                </c:pt>
                <c:pt idx="653">
                  <c:v>183.5</c:v>
                </c:pt>
                <c:pt idx="654">
                  <c:v>183.5</c:v>
                </c:pt>
                <c:pt idx="655">
                  <c:v>183.5</c:v>
                </c:pt>
                <c:pt idx="656">
                  <c:v>183.5</c:v>
                </c:pt>
                <c:pt idx="657">
                  <c:v>183.5</c:v>
                </c:pt>
                <c:pt idx="658">
                  <c:v>184.15</c:v>
                </c:pt>
                <c:pt idx="659">
                  <c:v>184.15</c:v>
                </c:pt>
                <c:pt idx="660">
                  <c:v>184.15</c:v>
                </c:pt>
                <c:pt idx="661">
                  <c:v>184.15</c:v>
                </c:pt>
                <c:pt idx="662">
                  <c:v>184.15</c:v>
                </c:pt>
                <c:pt idx="663">
                  <c:v>184.3</c:v>
                </c:pt>
                <c:pt idx="664">
                  <c:v>184.3</c:v>
                </c:pt>
                <c:pt idx="665">
                  <c:v>184.3</c:v>
                </c:pt>
                <c:pt idx="666">
                  <c:v>184.3</c:v>
                </c:pt>
                <c:pt idx="667">
                  <c:v>184.3</c:v>
                </c:pt>
                <c:pt idx="668">
                  <c:v>184.48333700000001</c:v>
                </c:pt>
                <c:pt idx="669">
                  <c:v>184.48333700000001</c:v>
                </c:pt>
                <c:pt idx="670">
                  <c:v>184.48333700000001</c:v>
                </c:pt>
                <c:pt idx="671">
                  <c:v>184.48333700000001</c:v>
                </c:pt>
                <c:pt idx="672">
                  <c:v>184.48333700000001</c:v>
                </c:pt>
                <c:pt idx="673">
                  <c:v>184.65</c:v>
                </c:pt>
                <c:pt idx="674">
                  <c:v>184.65</c:v>
                </c:pt>
                <c:pt idx="675">
                  <c:v>184.65</c:v>
                </c:pt>
                <c:pt idx="676">
                  <c:v>184.65</c:v>
                </c:pt>
                <c:pt idx="677">
                  <c:v>184.65</c:v>
                </c:pt>
                <c:pt idx="678">
                  <c:v>184.816666</c:v>
                </c:pt>
                <c:pt idx="679">
                  <c:v>184.816666</c:v>
                </c:pt>
                <c:pt idx="680">
                  <c:v>184.816666</c:v>
                </c:pt>
                <c:pt idx="681">
                  <c:v>184.816666</c:v>
                </c:pt>
                <c:pt idx="682">
                  <c:v>184.98333700000001</c:v>
                </c:pt>
                <c:pt idx="683">
                  <c:v>184.98333700000001</c:v>
                </c:pt>
                <c:pt idx="684">
                  <c:v>184.98333700000001</c:v>
                </c:pt>
                <c:pt idx="685">
                  <c:v>184.98333700000001</c:v>
                </c:pt>
                <c:pt idx="686">
                  <c:v>184.98333700000001</c:v>
                </c:pt>
                <c:pt idx="687">
                  <c:v>185.08332799999999</c:v>
                </c:pt>
                <c:pt idx="688">
                  <c:v>185.08332799999999</c:v>
                </c:pt>
                <c:pt idx="689">
                  <c:v>185.08332799999999</c:v>
                </c:pt>
                <c:pt idx="690">
                  <c:v>185.08332799999999</c:v>
                </c:pt>
                <c:pt idx="691">
                  <c:v>185.08332799999999</c:v>
                </c:pt>
                <c:pt idx="692">
                  <c:v>185.65</c:v>
                </c:pt>
                <c:pt idx="693">
                  <c:v>185.65</c:v>
                </c:pt>
                <c:pt idx="694">
                  <c:v>185.65</c:v>
                </c:pt>
                <c:pt idx="695">
                  <c:v>185.65</c:v>
                </c:pt>
                <c:pt idx="696">
                  <c:v>185.65</c:v>
                </c:pt>
                <c:pt idx="697">
                  <c:v>185.73333700000001</c:v>
                </c:pt>
                <c:pt idx="698">
                  <c:v>185.73333700000001</c:v>
                </c:pt>
                <c:pt idx="699">
                  <c:v>185.73333700000001</c:v>
                </c:pt>
                <c:pt idx="700">
                  <c:v>185.73333700000001</c:v>
                </c:pt>
                <c:pt idx="701">
                  <c:v>185.73333700000001</c:v>
                </c:pt>
                <c:pt idx="702">
                  <c:v>185.8</c:v>
                </c:pt>
                <c:pt idx="703">
                  <c:v>185.8</c:v>
                </c:pt>
                <c:pt idx="704">
                  <c:v>185.8</c:v>
                </c:pt>
                <c:pt idx="705">
                  <c:v>185.8</c:v>
                </c:pt>
                <c:pt idx="706">
                  <c:v>185.8</c:v>
                </c:pt>
                <c:pt idx="707">
                  <c:v>185.9</c:v>
                </c:pt>
                <c:pt idx="708">
                  <c:v>185.9</c:v>
                </c:pt>
                <c:pt idx="709">
                  <c:v>185.9</c:v>
                </c:pt>
                <c:pt idx="710">
                  <c:v>185.9</c:v>
                </c:pt>
                <c:pt idx="711">
                  <c:v>185.9</c:v>
                </c:pt>
                <c:pt idx="712">
                  <c:v>186.48333700000001</c:v>
                </c:pt>
                <c:pt idx="713">
                  <c:v>186.48333700000001</c:v>
                </c:pt>
                <c:pt idx="714">
                  <c:v>186.48333700000001</c:v>
                </c:pt>
                <c:pt idx="715">
                  <c:v>186.48333700000001</c:v>
                </c:pt>
                <c:pt idx="716">
                  <c:v>186.48333700000001</c:v>
                </c:pt>
                <c:pt idx="717">
                  <c:v>186.55</c:v>
                </c:pt>
                <c:pt idx="718">
                  <c:v>186.55</c:v>
                </c:pt>
                <c:pt idx="719">
                  <c:v>186.55</c:v>
                </c:pt>
                <c:pt idx="720">
                  <c:v>186.55</c:v>
                </c:pt>
                <c:pt idx="721">
                  <c:v>186.633331</c:v>
                </c:pt>
                <c:pt idx="722">
                  <c:v>186.633331</c:v>
                </c:pt>
                <c:pt idx="723">
                  <c:v>186.633331</c:v>
                </c:pt>
                <c:pt idx="724">
                  <c:v>186.633331</c:v>
                </c:pt>
                <c:pt idx="725">
                  <c:v>186.633331</c:v>
                </c:pt>
                <c:pt idx="726">
                  <c:v>186.633331</c:v>
                </c:pt>
                <c:pt idx="727">
                  <c:v>186.65</c:v>
                </c:pt>
                <c:pt idx="728">
                  <c:v>186.65</c:v>
                </c:pt>
                <c:pt idx="729">
                  <c:v>186.65</c:v>
                </c:pt>
                <c:pt idx="730">
                  <c:v>186.65</c:v>
                </c:pt>
                <c:pt idx="731">
                  <c:v>187.15</c:v>
                </c:pt>
                <c:pt idx="732">
                  <c:v>187.15</c:v>
                </c:pt>
                <c:pt idx="733">
                  <c:v>187.15</c:v>
                </c:pt>
                <c:pt idx="734">
                  <c:v>187.15</c:v>
                </c:pt>
                <c:pt idx="735">
                  <c:v>187.15</c:v>
                </c:pt>
                <c:pt idx="736">
                  <c:v>187.15</c:v>
                </c:pt>
                <c:pt idx="737">
                  <c:v>187.15</c:v>
                </c:pt>
                <c:pt idx="738">
                  <c:v>187.15</c:v>
                </c:pt>
                <c:pt idx="739">
                  <c:v>187.15</c:v>
                </c:pt>
                <c:pt idx="740">
                  <c:v>187.15</c:v>
                </c:pt>
                <c:pt idx="741">
                  <c:v>187.15</c:v>
                </c:pt>
                <c:pt idx="742">
                  <c:v>187.15</c:v>
                </c:pt>
                <c:pt idx="743">
                  <c:v>187.15</c:v>
                </c:pt>
                <c:pt idx="744">
                  <c:v>187.15</c:v>
                </c:pt>
                <c:pt idx="745">
                  <c:v>187.15</c:v>
                </c:pt>
                <c:pt idx="746">
                  <c:v>187.15</c:v>
                </c:pt>
                <c:pt idx="747">
                  <c:v>187.15</c:v>
                </c:pt>
                <c:pt idx="748">
                  <c:v>187.15</c:v>
                </c:pt>
                <c:pt idx="749">
                  <c:v>187.15</c:v>
                </c:pt>
                <c:pt idx="750">
                  <c:v>187.15</c:v>
                </c:pt>
                <c:pt idx="751">
                  <c:v>187.133331</c:v>
                </c:pt>
                <c:pt idx="752">
                  <c:v>187.133331</c:v>
                </c:pt>
                <c:pt idx="753">
                  <c:v>187.133331</c:v>
                </c:pt>
                <c:pt idx="754">
                  <c:v>187.133331</c:v>
                </c:pt>
                <c:pt idx="755">
                  <c:v>187.133331</c:v>
                </c:pt>
                <c:pt idx="756">
                  <c:v>187.183334</c:v>
                </c:pt>
                <c:pt idx="757">
                  <c:v>187.183334</c:v>
                </c:pt>
                <c:pt idx="758">
                  <c:v>187.183334</c:v>
                </c:pt>
                <c:pt idx="759">
                  <c:v>187.183334</c:v>
                </c:pt>
                <c:pt idx="760">
                  <c:v>187.183334</c:v>
                </c:pt>
                <c:pt idx="761">
                  <c:v>187.21665999999999</c:v>
                </c:pt>
                <c:pt idx="762">
                  <c:v>187.21665999999999</c:v>
                </c:pt>
                <c:pt idx="763">
                  <c:v>187.21665999999999</c:v>
                </c:pt>
                <c:pt idx="764">
                  <c:v>187.21665999999999</c:v>
                </c:pt>
                <c:pt idx="765">
                  <c:v>187.21665999999999</c:v>
                </c:pt>
                <c:pt idx="766">
                  <c:v>187.683334</c:v>
                </c:pt>
                <c:pt idx="767">
                  <c:v>187.683334</c:v>
                </c:pt>
                <c:pt idx="768">
                  <c:v>187.683334</c:v>
                </c:pt>
                <c:pt idx="769">
                  <c:v>187.683334</c:v>
                </c:pt>
                <c:pt idx="770">
                  <c:v>187.65</c:v>
                </c:pt>
                <c:pt idx="771">
                  <c:v>187.65</c:v>
                </c:pt>
                <c:pt idx="772">
                  <c:v>187.65</c:v>
                </c:pt>
                <c:pt idx="773">
                  <c:v>187.65</c:v>
                </c:pt>
                <c:pt idx="774">
                  <c:v>187.65</c:v>
                </c:pt>
                <c:pt idx="775">
                  <c:v>187.633331</c:v>
                </c:pt>
                <c:pt idx="776">
                  <c:v>187.633331</c:v>
                </c:pt>
                <c:pt idx="777">
                  <c:v>187.633331</c:v>
                </c:pt>
                <c:pt idx="778">
                  <c:v>187.633331</c:v>
                </c:pt>
                <c:pt idx="779">
                  <c:v>187.633331</c:v>
                </c:pt>
                <c:pt idx="780">
                  <c:v>187.6</c:v>
                </c:pt>
                <c:pt idx="781">
                  <c:v>187.6</c:v>
                </c:pt>
                <c:pt idx="782">
                  <c:v>187.6</c:v>
                </c:pt>
                <c:pt idx="783">
                  <c:v>187.6</c:v>
                </c:pt>
                <c:pt idx="784">
                  <c:v>187.6</c:v>
                </c:pt>
                <c:pt idx="785">
                  <c:v>187.58332799999999</c:v>
                </c:pt>
                <c:pt idx="786">
                  <c:v>187.58332799999999</c:v>
                </c:pt>
                <c:pt idx="787">
                  <c:v>187.58332799999999</c:v>
                </c:pt>
                <c:pt idx="788">
                  <c:v>187.58332799999999</c:v>
                </c:pt>
                <c:pt idx="789">
                  <c:v>187.58332799999999</c:v>
                </c:pt>
                <c:pt idx="790">
                  <c:v>187.55</c:v>
                </c:pt>
                <c:pt idx="791">
                  <c:v>187.55</c:v>
                </c:pt>
                <c:pt idx="792">
                  <c:v>187.55</c:v>
                </c:pt>
                <c:pt idx="793">
                  <c:v>187.55</c:v>
                </c:pt>
                <c:pt idx="794">
                  <c:v>187.55</c:v>
                </c:pt>
                <c:pt idx="795">
                  <c:v>187.53334000000001</c:v>
                </c:pt>
                <c:pt idx="796">
                  <c:v>187.53334000000001</c:v>
                </c:pt>
                <c:pt idx="797">
                  <c:v>187.53334000000001</c:v>
                </c:pt>
                <c:pt idx="798">
                  <c:v>187.53334000000001</c:v>
                </c:pt>
                <c:pt idx="799">
                  <c:v>187.53334000000001</c:v>
                </c:pt>
                <c:pt idx="800">
                  <c:v>187.55</c:v>
                </c:pt>
                <c:pt idx="801">
                  <c:v>187.55</c:v>
                </c:pt>
                <c:pt idx="802">
                  <c:v>187.55</c:v>
                </c:pt>
                <c:pt idx="803">
                  <c:v>187.55</c:v>
                </c:pt>
                <c:pt idx="804">
                  <c:v>187.55</c:v>
                </c:pt>
                <c:pt idx="805">
                  <c:v>188.05</c:v>
                </c:pt>
                <c:pt idx="806">
                  <c:v>188.05</c:v>
                </c:pt>
                <c:pt idx="807">
                  <c:v>188.05</c:v>
                </c:pt>
                <c:pt idx="808">
                  <c:v>188.05</c:v>
                </c:pt>
                <c:pt idx="809">
                  <c:v>188.05</c:v>
                </c:pt>
                <c:pt idx="810">
                  <c:v>188.05</c:v>
                </c:pt>
                <c:pt idx="811">
                  <c:v>188.05</c:v>
                </c:pt>
                <c:pt idx="812">
                  <c:v>188.05</c:v>
                </c:pt>
                <c:pt idx="813">
                  <c:v>188.05</c:v>
                </c:pt>
                <c:pt idx="814">
                  <c:v>188.03334000000001</c:v>
                </c:pt>
                <c:pt idx="815">
                  <c:v>188.03334000000001</c:v>
                </c:pt>
                <c:pt idx="816">
                  <c:v>188.03334000000001</c:v>
                </c:pt>
                <c:pt idx="817">
                  <c:v>188.03334000000001</c:v>
                </c:pt>
                <c:pt idx="818">
                  <c:v>188.03334000000001</c:v>
                </c:pt>
                <c:pt idx="819">
                  <c:v>188.46665999999999</c:v>
                </c:pt>
                <c:pt idx="820">
                  <c:v>188.46665999999999</c:v>
                </c:pt>
                <c:pt idx="821">
                  <c:v>188.46665999999999</c:v>
                </c:pt>
                <c:pt idx="822">
                  <c:v>188.46665999999999</c:v>
                </c:pt>
                <c:pt idx="823">
                  <c:v>188.46665999999999</c:v>
                </c:pt>
                <c:pt idx="824">
                  <c:v>188.866669</c:v>
                </c:pt>
                <c:pt idx="825">
                  <c:v>188.866669</c:v>
                </c:pt>
                <c:pt idx="826">
                  <c:v>188.866669</c:v>
                </c:pt>
                <c:pt idx="827">
                  <c:v>188.866669</c:v>
                </c:pt>
                <c:pt idx="828">
                  <c:v>188.866669</c:v>
                </c:pt>
                <c:pt idx="829">
                  <c:v>188.78334000000001</c:v>
                </c:pt>
                <c:pt idx="830">
                  <c:v>188.78334000000001</c:v>
                </c:pt>
                <c:pt idx="831">
                  <c:v>188.78334000000001</c:v>
                </c:pt>
                <c:pt idx="832">
                  <c:v>188.78334000000001</c:v>
                </c:pt>
                <c:pt idx="833">
                  <c:v>188.78334000000001</c:v>
                </c:pt>
                <c:pt idx="834">
                  <c:v>189.21665999999999</c:v>
                </c:pt>
                <c:pt idx="835">
                  <c:v>189.21665999999999</c:v>
                </c:pt>
                <c:pt idx="836">
                  <c:v>189.21665999999999</c:v>
                </c:pt>
                <c:pt idx="837">
                  <c:v>189.21665999999999</c:v>
                </c:pt>
                <c:pt idx="838">
                  <c:v>189.21665999999999</c:v>
                </c:pt>
                <c:pt idx="839">
                  <c:v>189.15</c:v>
                </c:pt>
                <c:pt idx="840">
                  <c:v>189.15</c:v>
                </c:pt>
                <c:pt idx="841">
                  <c:v>189.15</c:v>
                </c:pt>
                <c:pt idx="842">
                  <c:v>189.15</c:v>
                </c:pt>
                <c:pt idx="843">
                  <c:v>189.15</c:v>
                </c:pt>
                <c:pt idx="844">
                  <c:v>189.1</c:v>
                </c:pt>
                <c:pt idx="845">
                  <c:v>189.1</c:v>
                </c:pt>
                <c:pt idx="846">
                  <c:v>189.1</c:v>
                </c:pt>
                <c:pt idx="847">
                  <c:v>189.1</c:v>
                </c:pt>
                <c:pt idx="848">
                  <c:v>189.1</c:v>
                </c:pt>
                <c:pt idx="849">
                  <c:v>189.03334000000001</c:v>
                </c:pt>
                <c:pt idx="850">
                  <c:v>189.03334000000001</c:v>
                </c:pt>
                <c:pt idx="851">
                  <c:v>189.03334000000001</c:v>
                </c:pt>
                <c:pt idx="852">
                  <c:v>189.03334000000001</c:v>
                </c:pt>
                <c:pt idx="853">
                  <c:v>189.03334000000001</c:v>
                </c:pt>
                <c:pt idx="854">
                  <c:v>188.933334</c:v>
                </c:pt>
                <c:pt idx="855">
                  <c:v>188.933334</c:v>
                </c:pt>
                <c:pt idx="856">
                  <c:v>188.933334</c:v>
                </c:pt>
                <c:pt idx="857">
                  <c:v>188.933334</c:v>
                </c:pt>
                <c:pt idx="858">
                  <c:v>188.85</c:v>
                </c:pt>
                <c:pt idx="859">
                  <c:v>188.85</c:v>
                </c:pt>
                <c:pt idx="860">
                  <c:v>188.85</c:v>
                </c:pt>
                <c:pt idx="861">
                  <c:v>188.85</c:v>
                </c:pt>
                <c:pt idx="862">
                  <c:v>188.85</c:v>
                </c:pt>
                <c:pt idx="863">
                  <c:v>188.76666299999999</c:v>
                </c:pt>
                <c:pt idx="864">
                  <c:v>188.76666299999999</c:v>
                </c:pt>
                <c:pt idx="865">
                  <c:v>188.76666299999999</c:v>
                </c:pt>
                <c:pt idx="866">
                  <c:v>188.76666299999999</c:v>
                </c:pt>
                <c:pt idx="867">
                  <c:v>188.76666299999999</c:v>
                </c:pt>
                <c:pt idx="868">
                  <c:v>188.683334</c:v>
                </c:pt>
                <c:pt idx="869">
                  <c:v>188.683334</c:v>
                </c:pt>
                <c:pt idx="870">
                  <c:v>188.683334</c:v>
                </c:pt>
                <c:pt idx="871">
                  <c:v>188.683334</c:v>
                </c:pt>
                <c:pt idx="872">
                  <c:v>188.683334</c:v>
                </c:pt>
                <c:pt idx="873">
                  <c:v>188.65</c:v>
                </c:pt>
                <c:pt idx="874">
                  <c:v>188.65</c:v>
                </c:pt>
                <c:pt idx="875">
                  <c:v>188.65</c:v>
                </c:pt>
                <c:pt idx="876">
                  <c:v>188.65</c:v>
                </c:pt>
                <c:pt idx="877">
                  <c:v>188.65</c:v>
                </c:pt>
                <c:pt idx="878">
                  <c:v>188.566666</c:v>
                </c:pt>
                <c:pt idx="879">
                  <c:v>188.566666</c:v>
                </c:pt>
                <c:pt idx="880">
                  <c:v>188.566666</c:v>
                </c:pt>
                <c:pt idx="881">
                  <c:v>188.566666</c:v>
                </c:pt>
                <c:pt idx="882">
                  <c:v>188.566666</c:v>
                </c:pt>
                <c:pt idx="883">
                  <c:v>188.5</c:v>
                </c:pt>
                <c:pt idx="884">
                  <c:v>188.5</c:v>
                </c:pt>
                <c:pt idx="885">
                  <c:v>188.5</c:v>
                </c:pt>
                <c:pt idx="886">
                  <c:v>188.5</c:v>
                </c:pt>
                <c:pt idx="887">
                  <c:v>188.5</c:v>
                </c:pt>
                <c:pt idx="888">
                  <c:v>188.433334</c:v>
                </c:pt>
                <c:pt idx="889">
                  <c:v>188.433334</c:v>
                </c:pt>
                <c:pt idx="890">
                  <c:v>188.433334</c:v>
                </c:pt>
                <c:pt idx="891">
                  <c:v>188.433334</c:v>
                </c:pt>
                <c:pt idx="892">
                  <c:v>188.433334</c:v>
                </c:pt>
                <c:pt idx="893">
                  <c:v>188.366669</c:v>
                </c:pt>
                <c:pt idx="894">
                  <c:v>188.366669</c:v>
                </c:pt>
                <c:pt idx="895">
                  <c:v>188.366669</c:v>
                </c:pt>
                <c:pt idx="896">
                  <c:v>188.366669</c:v>
                </c:pt>
                <c:pt idx="897">
                  <c:v>188.3</c:v>
                </c:pt>
                <c:pt idx="898">
                  <c:v>188.3</c:v>
                </c:pt>
                <c:pt idx="899">
                  <c:v>188.3</c:v>
                </c:pt>
                <c:pt idx="900">
                  <c:v>188.3</c:v>
                </c:pt>
                <c:pt idx="901">
                  <c:v>188.3</c:v>
                </c:pt>
                <c:pt idx="902">
                  <c:v>188.23333700000001</c:v>
                </c:pt>
                <c:pt idx="903">
                  <c:v>188.23333700000001</c:v>
                </c:pt>
                <c:pt idx="904">
                  <c:v>188.23333700000001</c:v>
                </c:pt>
                <c:pt idx="905">
                  <c:v>188.23333700000001</c:v>
                </c:pt>
                <c:pt idx="906">
                  <c:v>188.23333700000001</c:v>
                </c:pt>
                <c:pt idx="907">
                  <c:v>188.23333700000001</c:v>
                </c:pt>
                <c:pt idx="908">
                  <c:v>188.23333700000001</c:v>
                </c:pt>
                <c:pt idx="909">
                  <c:v>188.23333700000001</c:v>
                </c:pt>
                <c:pt idx="910">
                  <c:v>188.23333700000001</c:v>
                </c:pt>
                <c:pt idx="911">
                  <c:v>188.23333700000001</c:v>
                </c:pt>
                <c:pt idx="912">
                  <c:v>188.21665999999999</c:v>
                </c:pt>
                <c:pt idx="913">
                  <c:v>188.21665999999999</c:v>
                </c:pt>
                <c:pt idx="914">
                  <c:v>188.21665999999999</c:v>
                </c:pt>
                <c:pt idx="915">
                  <c:v>188.21665999999999</c:v>
                </c:pt>
                <c:pt idx="916">
                  <c:v>188.21665999999999</c:v>
                </c:pt>
                <c:pt idx="917">
                  <c:v>188.16667200000001</c:v>
                </c:pt>
                <c:pt idx="918">
                  <c:v>188.16667200000001</c:v>
                </c:pt>
                <c:pt idx="919">
                  <c:v>188.16667200000001</c:v>
                </c:pt>
                <c:pt idx="920">
                  <c:v>188.16667200000001</c:v>
                </c:pt>
                <c:pt idx="921">
                  <c:v>188.16667200000001</c:v>
                </c:pt>
                <c:pt idx="922">
                  <c:v>188.116669</c:v>
                </c:pt>
                <c:pt idx="923">
                  <c:v>188.116669</c:v>
                </c:pt>
                <c:pt idx="924">
                  <c:v>188.116669</c:v>
                </c:pt>
                <c:pt idx="925">
                  <c:v>188.116669</c:v>
                </c:pt>
                <c:pt idx="926">
                  <c:v>188.116669</c:v>
                </c:pt>
                <c:pt idx="927">
                  <c:v>188.066666</c:v>
                </c:pt>
                <c:pt idx="928">
                  <c:v>188.066666</c:v>
                </c:pt>
                <c:pt idx="929">
                  <c:v>188.066666</c:v>
                </c:pt>
                <c:pt idx="930">
                  <c:v>188.066666</c:v>
                </c:pt>
                <c:pt idx="931">
                  <c:v>188.066666</c:v>
                </c:pt>
                <c:pt idx="932">
                  <c:v>188.48333700000001</c:v>
                </c:pt>
                <c:pt idx="933">
                  <c:v>188.48333700000001</c:v>
                </c:pt>
                <c:pt idx="934">
                  <c:v>188.48333700000001</c:v>
                </c:pt>
                <c:pt idx="935">
                  <c:v>188.48333700000001</c:v>
                </c:pt>
                <c:pt idx="936">
                  <c:v>188.48333700000001</c:v>
                </c:pt>
                <c:pt idx="937">
                  <c:v>188.41667200000001</c:v>
                </c:pt>
                <c:pt idx="938">
                  <c:v>188.41667200000001</c:v>
                </c:pt>
                <c:pt idx="939">
                  <c:v>188.41667200000001</c:v>
                </c:pt>
                <c:pt idx="940">
                  <c:v>188.41667200000001</c:v>
                </c:pt>
                <c:pt idx="941">
                  <c:v>188.816666</c:v>
                </c:pt>
                <c:pt idx="942">
                  <c:v>188.816666</c:v>
                </c:pt>
                <c:pt idx="943">
                  <c:v>188.816666</c:v>
                </c:pt>
                <c:pt idx="944">
                  <c:v>188.816666</c:v>
                </c:pt>
                <c:pt idx="945">
                  <c:v>188.816666</c:v>
                </c:pt>
                <c:pt idx="946">
                  <c:v>189.21665999999999</c:v>
                </c:pt>
                <c:pt idx="947">
                  <c:v>189.21665999999999</c:v>
                </c:pt>
                <c:pt idx="948">
                  <c:v>189.21665999999999</c:v>
                </c:pt>
                <c:pt idx="949">
                  <c:v>189.21665999999999</c:v>
                </c:pt>
                <c:pt idx="950">
                  <c:v>189.21665999999999</c:v>
                </c:pt>
                <c:pt idx="951">
                  <c:v>189.566666</c:v>
                </c:pt>
                <c:pt idx="952">
                  <c:v>189.566666</c:v>
                </c:pt>
                <c:pt idx="953">
                  <c:v>189.566666</c:v>
                </c:pt>
                <c:pt idx="954">
                  <c:v>189.566666</c:v>
                </c:pt>
                <c:pt idx="955">
                  <c:v>189.566666</c:v>
                </c:pt>
                <c:pt idx="956">
                  <c:v>189.91667200000001</c:v>
                </c:pt>
                <c:pt idx="957">
                  <c:v>189.91667200000001</c:v>
                </c:pt>
                <c:pt idx="958">
                  <c:v>189.91667200000001</c:v>
                </c:pt>
                <c:pt idx="959">
                  <c:v>189.91667200000001</c:v>
                </c:pt>
                <c:pt idx="960">
                  <c:v>189.91667200000001</c:v>
                </c:pt>
                <c:pt idx="961">
                  <c:v>189.816666</c:v>
                </c:pt>
                <c:pt idx="962">
                  <c:v>189.816666</c:v>
                </c:pt>
                <c:pt idx="963">
                  <c:v>189.816666</c:v>
                </c:pt>
                <c:pt idx="964">
                  <c:v>189.816666</c:v>
                </c:pt>
                <c:pt idx="965">
                  <c:v>189.816666</c:v>
                </c:pt>
                <c:pt idx="966">
                  <c:v>189.71665999999999</c:v>
                </c:pt>
                <c:pt idx="967">
                  <c:v>189.71665999999999</c:v>
                </c:pt>
                <c:pt idx="968">
                  <c:v>189.71665999999999</c:v>
                </c:pt>
                <c:pt idx="969">
                  <c:v>189.71665999999999</c:v>
                </c:pt>
                <c:pt idx="970">
                  <c:v>189.71665999999999</c:v>
                </c:pt>
                <c:pt idx="971">
                  <c:v>189.58332799999999</c:v>
                </c:pt>
                <c:pt idx="972">
                  <c:v>189.58332799999999</c:v>
                </c:pt>
                <c:pt idx="973">
                  <c:v>189.58332799999999</c:v>
                </c:pt>
                <c:pt idx="974">
                  <c:v>189.58332799999999</c:v>
                </c:pt>
                <c:pt idx="975">
                  <c:v>189.58332799999999</c:v>
                </c:pt>
                <c:pt idx="976">
                  <c:v>189.46665999999999</c:v>
                </c:pt>
                <c:pt idx="977">
                  <c:v>189.46665999999999</c:v>
                </c:pt>
                <c:pt idx="978">
                  <c:v>189.46665999999999</c:v>
                </c:pt>
                <c:pt idx="979">
                  <c:v>189.46665999999999</c:v>
                </c:pt>
                <c:pt idx="980">
                  <c:v>189.46665999999999</c:v>
                </c:pt>
                <c:pt idx="981">
                  <c:v>189.816666</c:v>
                </c:pt>
                <c:pt idx="982">
                  <c:v>189.816666</c:v>
                </c:pt>
                <c:pt idx="983">
                  <c:v>189.816666</c:v>
                </c:pt>
                <c:pt idx="984">
                  <c:v>189.816666</c:v>
                </c:pt>
                <c:pt idx="985">
                  <c:v>189.73333700000001</c:v>
                </c:pt>
                <c:pt idx="986">
                  <c:v>189.73333700000001</c:v>
                </c:pt>
                <c:pt idx="987">
                  <c:v>189.73333700000001</c:v>
                </c:pt>
                <c:pt idx="988">
                  <c:v>189.73333700000001</c:v>
                </c:pt>
                <c:pt idx="989">
                  <c:v>189.73333700000001</c:v>
                </c:pt>
                <c:pt idx="990">
                  <c:v>189.633331</c:v>
                </c:pt>
                <c:pt idx="991">
                  <c:v>189.633331</c:v>
                </c:pt>
                <c:pt idx="992">
                  <c:v>189.633331</c:v>
                </c:pt>
                <c:pt idx="993">
                  <c:v>189.633331</c:v>
                </c:pt>
                <c:pt idx="994">
                  <c:v>189.633331</c:v>
                </c:pt>
                <c:pt idx="995">
                  <c:v>189.5</c:v>
                </c:pt>
                <c:pt idx="996">
                  <c:v>189.5</c:v>
                </c:pt>
                <c:pt idx="997">
                  <c:v>189.5</c:v>
                </c:pt>
                <c:pt idx="998">
                  <c:v>189.5</c:v>
                </c:pt>
                <c:pt idx="999">
                  <c:v>189.5</c:v>
                </c:pt>
                <c:pt idx="1000">
                  <c:v>189.383331</c:v>
                </c:pt>
                <c:pt idx="1001">
                  <c:v>189.383331</c:v>
                </c:pt>
                <c:pt idx="1002">
                  <c:v>189.383331</c:v>
                </c:pt>
                <c:pt idx="1003">
                  <c:v>189.383331</c:v>
                </c:pt>
                <c:pt idx="1004">
                  <c:v>189.383331</c:v>
                </c:pt>
                <c:pt idx="1005">
                  <c:v>189.3</c:v>
                </c:pt>
                <c:pt idx="1006">
                  <c:v>189.3</c:v>
                </c:pt>
                <c:pt idx="1007">
                  <c:v>189.3</c:v>
                </c:pt>
                <c:pt idx="1008">
                  <c:v>189.3</c:v>
                </c:pt>
                <c:pt idx="1009">
                  <c:v>189.3</c:v>
                </c:pt>
                <c:pt idx="1010">
                  <c:v>189.183334</c:v>
                </c:pt>
                <c:pt idx="1011">
                  <c:v>189.183334</c:v>
                </c:pt>
                <c:pt idx="1012">
                  <c:v>189.183334</c:v>
                </c:pt>
                <c:pt idx="1013">
                  <c:v>189.183334</c:v>
                </c:pt>
                <c:pt idx="1014">
                  <c:v>189.183334</c:v>
                </c:pt>
                <c:pt idx="1015">
                  <c:v>189.08332799999999</c:v>
                </c:pt>
                <c:pt idx="1016">
                  <c:v>189.08332799999999</c:v>
                </c:pt>
                <c:pt idx="1017">
                  <c:v>189.08332799999999</c:v>
                </c:pt>
                <c:pt idx="1018">
                  <c:v>189.08332799999999</c:v>
                </c:pt>
                <c:pt idx="1019">
                  <c:v>189.08332799999999</c:v>
                </c:pt>
                <c:pt idx="1020">
                  <c:v>188.98333700000001</c:v>
                </c:pt>
                <c:pt idx="1021">
                  <c:v>188.98333700000001</c:v>
                </c:pt>
                <c:pt idx="1022">
                  <c:v>188.98333700000001</c:v>
                </c:pt>
                <c:pt idx="1023">
                  <c:v>188.98333700000001</c:v>
                </c:pt>
                <c:pt idx="1024">
                  <c:v>188.9</c:v>
                </c:pt>
                <c:pt idx="1025">
                  <c:v>188.9</c:v>
                </c:pt>
                <c:pt idx="1026">
                  <c:v>188.9</c:v>
                </c:pt>
                <c:pt idx="1027">
                  <c:v>188.9</c:v>
                </c:pt>
                <c:pt idx="1028">
                  <c:v>188.9</c:v>
                </c:pt>
                <c:pt idx="1029">
                  <c:v>188.8</c:v>
                </c:pt>
                <c:pt idx="1030">
                  <c:v>188.8</c:v>
                </c:pt>
                <c:pt idx="1031">
                  <c:v>188.8</c:v>
                </c:pt>
                <c:pt idx="1032">
                  <c:v>188.8</c:v>
                </c:pt>
                <c:pt idx="1033">
                  <c:v>188.8</c:v>
                </c:pt>
                <c:pt idx="1034">
                  <c:v>188.71665999999999</c:v>
                </c:pt>
                <c:pt idx="1035">
                  <c:v>188.71665999999999</c:v>
                </c:pt>
                <c:pt idx="1036">
                  <c:v>188.71665999999999</c:v>
                </c:pt>
                <c:pt idx="1037">
                  <c:v>188.71665999999999</c:v>
                </c:pt>
                <c:pt idx="1038">
                  <c:v>188.71665999999999</c:v>
                </c:pt>
                <c:pt idx="1039">
                  <c:v>188.633331</c:v>
                </c:pt>
                <c:pt idx="1040">
                  <c:v>188.633331</c:v>
                </c:pt>
                <c:pt idx="1041">
                  <c:v>188.633331</c:v>
                </c:pt>
                <c:pt idx="1042">
                  <c:v>188.633331</c:v>
                </c:pt>
                <c:pt idx="1043">
                  <c:v>188.633331</c:v>
                </c:pt>
                <c:pt idx="1044">
                  <c:v>188.6</c:v>
                </c:pt>
                <c:pt idx="1045">
                  <c:v>188.6</c:v>
                </c:pt>
                <c:pt idx="1046">
                  <c:v>188.6</c:v>
                </c:pt>
                <c:pt idx="1047">
                  <c:v>188.6</c:v>
                </c:pt>
                <c:pt idx="1048">
                  <c:v>188.6</c:v>
                </c:pt>
                <c:pt idx="1049">
                  <c:v>188.98333700000001</c:v>
                </c:pt>
                <c:pt idx="1050">
                  <c:v>188.98333700000001</c:v>
                </c:pt>
                <c:pt idx="1051">
                  <c:v>188.98333700000001</c:v>
                </c:pt>
                <c:pt idx="1052">
                  <c:v>188.98333700000001</c:v>
                </c:pt>
                <c:pt idx="1053">
                  <c:v>188.98333700000001</c:v>
                </c:pt>
                <c:pt idx="1054">
                  <c:v>188.9</c:v>
                </c:pt>
                <c:pt idx="1055">
                  <c:v>188.9</c:v>
                </c:pt>
                <c:pt idx="1056">
                  <c:v>188.9</c:v>
                </c:pt>
                <c:pt idx="1057">
                  <c:v>188.9</c:v>
                </c:pt>
                <c:pt idx="1058">
                  <c:v>188.9</c:v>
                </c:pt>
                <c:pt idx="1059">
                  <c:v>188.85</c:v>
                </c:pt>
                <c:pt idx="1060">
                  <c:v>188.85</c:v>
                </c:pt>
                <c:pt idx="1061">
                  <c:v>188.85</c:v>
                </c:pt>
                <c:pt idx="1062">
                  <c:v>188.85</c:v>
                </c:pt>
                <c:pt idx="1063">
                  <c:v>188.85</c:v>
                </c:pt>
                <c:pt idx="1064">
                  <c:v>189.28334000000001</c:v>
                </c:pt>
                <c:pt idx="1065">
                  <c:v>189.28334000000001</c:v>
                </c:pt>
                <c:pt idx="1066">
                  <c:v>189.28334000000001</c:v>
                </c:pt>
                <c:pt idx="1067">
                  <c:v>189.28334000000001</c:v>
                </c:pt>
                <c:pt idx="1068">
                  <c:v>189.21665999999999</c:v>
                </c:pt>
                <c:pt idx="1069">
                  <c:v>189.21665999999999</c:v>
                </c:pt>
                <c:pt idx="1070">
                  <c:v>189.21665999999999</c:v>
                </c:pt>
                <c:pt idx="1071">
                  <c:v>189.21665999999999</c:v>
                </c:pt>
                <c:pt idx="1072">
                  <c:v>189.21665999999999</c:v>
                </c:pt>
                <c:pt idx="1073">
                  <c:v>189.1</c:v>
                </c:pt>
                <c:pt idx="1074">
                  <c:v>189.1</c:v>
                </c:pt>
                <c:pt idx="1075">
                  <c:v>189.1</c:v>
                </c:pt>
                <c:pt idx="1076">
                  <c:v>189.1</c:v>
                </c:pt>
                <c:pt idx="1077">
                  <c:v>189.1</c:v>
                </c:pt>
                <c:pt idx="1078">
                  <c:v>189</c:v>
                </c:pt>
                <c:pt idx="1079">
                  <c:v>189</c:v>
                </c:pt>
                <c:pt idx="1080">
                  <c:v>189</c:v>
                </c:pt>
                <c:pt idx="1081">
                  <c:v>189</c:v>
                </c:pt>
                <c:pt idx="1082">
                  <c:v>189</c:v>
                </c:pt>
                <c:pt idx="1083">
                  <c:v>188.95</c:v>
                </c:pt>
                <c:pt idx="1084">
                  <c:v>188.95</c:v>
                </c:pt>
                <c:pt idx="1085">
                  <c:v>188.95</c:v>
                </c:pt>
                <c:pt idx="1086">
                  <c:v>188.95</c:v>
                </c:pt>
                <c:pt idx="1087">
                  <c:v>188.95</c:v>
                </c:pt>
                <c:pt idx="1088">
                  <c:v>189.383331</c:v>
                </c:pt>
                <c:pt idx="1089">
                  <c:v>189.383331</c:v>
                </c:pt>
                <c:pt idx="1090">
                  <c:v>189.383331</c:v>
                </c:pt>
                <c:pt idx="1091">
                  <c:v>189.383331</c:v>
                </c:pt>
                <c:pt idx="1092">
                  <c:v>189.383331</c:v>
                </c:pt>
                <c:pt idx="1093">
                  <c:v>189.25</c:v>
                </c:pt>
                <c:pt idx="1094">
                  <c:v>189.25</c:v>
                </c:pt>
                <c:pt idx="1095">
                  <c:v>189.25</c:v>
                </c:pt>
                <c:pt idx="1096">
                  <c:v>189.25</c:v>
                </c:pt>
                <c:pt idx="1097">
                  <c:v>189.25</c:v>
                </c:pt>
                <c:pt idx="1098">
                  <c:v>189.15</c:v>
                </c:pt>
                <c:pt idx="1099">
                  <c:v>189.15</c:v>
                </c:pt>
                <c:pt idx="1100">
                  <c:v>189.15</c:v>
                </c:pt>
                <c:pt idx="1101">
                  <c:v>189.15</c:v>
                </c:pt>
                <c:pt idx="1102">
                  <c:v>189.15</c:v>
                </c:pt>
                <c:pt idx="1103">
                  <c:v>189.08332799999999</c:v>
                </c:pt>
                <c:pt idx="1104">
                  <c:v>189.08332799999999</c:v>
                </c:pt>
                <c:pt idx="1105">
                  <c:v>189.08332799999999</c:v>
                </c:pt>
                <c:pt idx="1106">
                  <c:v>189.08332799999999</c:v>
                </c:pt>
                <c:pt idx="1107">
                  <c:v>189.08332799999999</c:v>
                </c:pt>
                <c:pt idx="1108">
                  <c:v>188.98333700000001</c:v>
                </c:pt>
                <c:pt idx="1109">
                  <c:v>188.98333700000001</c:v>
                </c:pt>
                <c:pt idx="1110">
                  <c:v>188.98333700000001</c:v>
                </c:pt>
                <c:pt idx="1111">
                  <c:v>188.98333700000001</c:v>
                </c:pt>
                <c:pt idx="1112">
                  <c:v>189.35</c:v>
                </c:pt>
                <c:pt idx="1113">
                  <c:v>189.35</c:v>
                </c:pt>
                <c:pt idx="1114">
                  <c:v>189.35</c:v>
                </c:pt>
                <c:pt idx="1115">
                  <c:v>189.35</c:v>
                </c:pt>
                <c:pt idx="1116">
                  <c:v>189.35</c:v>
                </c:pt>
                <c:pt idx="1117">
                  <c:v>189.28334000000001</c:v>
                </c:pt>
                <c:pt idx="1118">
                  <c:v>189.28334000000001</c:v>
                </c:pt>
                <c:pt idx="1119">
                  <c:v>189.28334000000001</c:v>
                </c:pt>
                <c:pt idx="1120">
                  <c:v>189.28334000000001</c:v>
                </c:pt>
                <c:pt idx="1121">
                  <c:v>189.28334000000001</c:v>
                </c:pt>
                <c:pt idx="1122">
                  <c:v>189.183334</c:v>
                </c:pt>
                <c:pt idx="1123">
                  <c:v>189.183334</c:v>
                </c:pt>
                <c:pt idx="1124">
                  <c:v>189.183334</c:v>
                </c:pt>
                <c:pt idx="1125">
                  <c:v>189.183334</c:v>
                </c:pt>
                <c:pt idx="1126">
                  <c:v>189.183334</c:v>
                </c:pt>
                <c:pt idx="1127">
                  <c:v>189.08332799999999</c:v>
                </c:pt>
                <c:pt idx="1128">
                  <c:v>189.08332799999999</c:v>
                </c:pt>
                <c:pt idx="1129">
                  <c:v>189.08332799999999</c:v>
                </c:pt>
                <c:pt idx="1130">
                  <c:v>189.08332799999999</c:v>
                </c:pt>
                <c:pt idx="1131">
                  <c:v>189.08332799999999</c:v>
                </c:pt>
                <c:pt idx="1132">
                  <c:v>189.01666299999999</c:v>
                </c:pt>
                <c:pt idx="1133">
                  <c:v>189.01666299999999</c:v>
                </c:pt>
                <c:pt idx="1134">
                  <c:v>189.01666299999999</c:v>
                </c:pt>
                <c:pt idx="1135">
                  <c:v>189.01666299999999</c:v>
                </c:pt>
                <c:pt idx="1136">
                  <c:v>189.01666299999999</c:v>
                </c:pt>
                <c:pt idx="1137">
                  <c:v>188.91667200000001</c:v>
                </c:pt>
                <c:pt idx="1138">
                  <c:v>188.91667200000001</c:v>
                </c:pt>
                <c:pt idx="1139">
                  <c:v>188.91667200000001</c:v>
                </c:pt>
                <c:pt idx="1140">
                  <c:v>188.91667200000001</c:v>
                </c:pt>
                <c:pt idx="1141">
                  <c:v>188.91667200000001</c:v>
                </c:pt>
                <c:pt idx="1142">
                  <c:v>188.816666</c:v>
                </c:pt>
                <c:pt idx="1143">
                  <c:v>188.816666</c:v>
                </c:pt>
                <c:pt idx="1144">
                  <c:v>188.816666</c:v>
                </c:pt>
                <c:pt idx="1145">
                  <c:v>188.816666</c:v>
                </c:pt>
                <c:pt idx="1146">
                  <c:v>188.816666</c:v>
                </c:pt>
                <c:pt idx="1147">
                  <c:v>189.2</c:v>
                </c:pt>
                <c:pt idx="1148">
                  <c:v>189.2</c:v>
                </c:pt>
                <c:pt idx="1149">
                  <c:v>189.2</c:v>
                </c:pt>
                <c:pt idx="1150">
                  <c:v>189.2</c:v>
                </c:pt>
                <c:pt idx="1151">
                  <c:v>189.2</c:v>
                </c:pt>
                <c:pt idx="1152">
                  <c:v>189.1</c:v>
                </c:pt>
                <c:pt idx="1153">
                  <c:v>189.1</c:v>
                </c:pt>
                <c:pt idx="1154">
                  <c:v>189.1</c:v>
                </c:pt>
                <c:pt idx="1155">
                  <c:v>189.1</c:v>
                </c:pt>
                <c:pt idx="1156">
                  <c:v>189.46665999999999</c:v>
                </c:pt>
                <c:pt idx="1157">
                  <c:v>189.46665999999999</c:v>
                </c:pt>
                <c:pt idx="1158">
                  <c:v>189.46665999999999</c:v>
                </c:pt>
                <c:pt idx="1159">
                  <c:v>189.46665999999999</c:v>
                </c:pt>
                <c:pt idx="1160">
                  <c:v>189.46665999999999</c:v>
                </c:pt>
                <c:pt idx="1161">
                  <c:v>189.33332799999999</c:v>
                </c:pt>
                <c:pt idx="1162">
                  <c:v>189.33332799999999</c:v>
                </c:pt>
                <c:pt idx="1163">
                  <c:v>189.33332799999999</c:v>
                </c:pt>
                <c:pt idx="1164">
                  <c:v>189.33332799999999</c:v>
                </c:pt>
                <c:pt idx="1165">
                  <c:v>189.33332799999999</c:v>
                </c:pt>
                <c:pt idx="1166">
                  <c:v>189.21665999999999</c:v>
                </c:pt>
                <c:pt idx="1167">
                  <c:v>189.21665999999999</c:v>
                </c:pt>
                <c:pt idx="1168">
                  <c:v>189.21665999999999</c:v>
                </c:pt>
                <c:pt idx="1169">
                  <c:v>189.21665999999999</c:v>
                </c:pt>
                <c:pt idx="1170">
                  <c:v>189.21665999999999</c:v>
                </c:pt>
                <c:pt idx="1171">
                  <c:v>189.116669</c:v>
                </c:pt>
                <c:pt idx="1172">
                  <c:v>189.116669</c:v>
                </c:pt>
                <c:pt idx="1173">
                  <c:v>189.116669</c:v>
                </c:pt>
                <c:pt idx="1174">
                  <c:v>189.116669</c:v>
                </c:pt>
                <c:pt idx="1175">
                  <c:v>189.116669</c:v>
                </c:pt>
                <c:pt idx="1176">
                  <c:v>189.01666299999999</c:v>
                </c:pt>
                <c:pt idx="1177">
                  <c:v>189.01666299999999</c:v>
                </c:pt>
                <c:pt idx="1178">
                  <c:v>189.01666299999999</c:v>
                </c:pt>
                <c:pt idx="1179">
                  <c:v>189.01666299999999</c:v>
                </c:pt>
                <c:pt idx="1180">
                  <c:v>189.01666299999999</c:v>
                </c:pt>
                <c:pt idx="1181">
                  <c:v>188.91667200000001</c:v>
                </c:pt>
                <c:pt idx="1182">
                  <c:v>188.91667200000001</c:v>
                </c:pt>
                <c:pt idx="1183">
                  <c:v>188.91667200000001</c:v>
                </c:pt>
                <c:pt idx="1184">
                  <c:v>188.91667200000001</c:v>
                </c:pt>
                <c:pt idx="1185">
                  <c:v>188.91667200000001</c:v>
                </c:pt>
                <c:pt idx="1186">
                  <c:v>189.28334000000001</c:v>
                </c:pt>
                <c:pt idx="1187">
                  <c:v>189.28334000000001</c:v>
                </c:pt>
                <c:pt idx="1188">
                  <c:v>189.28334000000001</c:v>
                </c:pt>
                <c:pt idx="1189">
                  <c:v>189.28334000000001</c:v>
                </c:pt>
                <c:pt idx="1190">
                  <c:v>189.28334000000001</c:v>
                </c:pt>
                <c:pt idx="1191">
                  <c:v>189.16667200000001</c:v>
                </c:pt>
                <c:pt idx="1192">
                  <c:v>189.16667200000001</c:v>
                </c:pt>
                <c:pt idx="1193">
                  <c:v>189.16667200000001</c:v>
                </c:pt>
                <c:pt idx="1194">
                  <c:v>189.16667200000001</c:v>
                </c:pt>
                <c:pt idx="1195">
                  <c:v>189.16667200000001</c:v>
                </c:pt>
                <c:pt idx="1196">
                  <c:v>189.066666</c:v>
                </c:pt>
                <c:pt idx="1197">
                  <c:v>189.066666</c:v>
                </c:pt>
                <c:pt idx="1198">
                  <c:v>189.066666</c:v>
                </c:pt>
                <c:pt idx="1199">
                  <c:v>189.066666</c:v>
                </c:pt>
                <c:pt idx="1200">
                  <c:v>188.96665999999999</c:v>
                </c:pt>
                <c:pt idx="1201">
                  <c:v>188.96665999999999</c:v>
                </c:pt>
                <c:pt idx="1202">
                  <c:v>188.96665999999999</c:v>
                </c:pt>
                <c:pt idx="1203">
                  <c:v>188.96665999999999</c:v>
                </c:pt>
                <c:pt idx="1204">
                  <c:v>188.96665999999999</c:v>
                </c:pt>
                <c:pt idx="1205">
                  <c:v>188.866669</c:v>
                </c:pt>
                <c:pt idx="1206">
                  <c:v>188.866669</c:v>
                </c:pt>
                <c:pt idx="1207">
                  <c:v>188.866669</c:v>
                </c:pt>
                <c:pt idx="1208">
                  <c:v>188.866669</c:v>
                </c:pt>
                <c:pt idx="1209">
                  <c:v>188.866669</c:v>
                </c:pt>
                <c:pt idx="1210">
                  <c:v>188.76666299999999</c:v>
                </c:pt>
                <c:pt idx="1211">
                  <c:v>188.76666299999999</c:v>
                </c:pt>
                <c:pt idx="1212">
                  <c:v>188.76666299999999</c:v>
                </c:pt>
                <c:pt idx="1213">
                  <c:v>188.76666299999999</c:v>
                </c:pt>
                <c:pt idx="1214">
                  <c:v>188.76666299999999</c:v>
                </c:pt>
                <c:pt idx="1215">
                  <c:v>189.16667200000001</c:v>
                </c:pt>
                <c:pt idx="1216">
                  <c:v>189.16667200000001</c:v>
                </c:pt>
                <c:pt idx="1217">
                  <c:v>189.16667200000001</c:v>
                </c:pt>
                <c:pt idx="1218">
                  <c:v>189.16667200000001</c:v>
                </c:pt>
                <c:pt idx="1219">
                  <c:v>189.16667200000001</c:v>
                </c:pt>
                <c:pt idx="1220">
                  <c:v>189.51666299999999</c:v>
                </c:pt>
                <c:pt idx="1221">
                  <c:v>189.51666299999999</c:v>
                </c:pt>
                <c:pt idx="1222">
                  <c:v>189.51666299999999</c:v>
                </c:pt>
                <c:pt idx="1223">
                  <c:v>189.51666299999999</c:v>
                </c:pt>
                <c:pt idx="1224">
                  <c:v>189.51666299999999</c:v>
                </c:pt>
                <c:pt idx="1225">
                  <c:v>189.4</c:v>
                </c:pt>
                <c:pt idx="1226">
                  <c:v>189.4</c:v>
                </c:pt>
                <c:pt idx="1227">
                  <c:v>189.4</c:v>
                </c:pt>
                <c:pt idx="1228">
                  <c:v>189.4</c:v>
                </c:pt>
                <c:pt idx="1229">
                  <c:v>189.4</c:v>
                </c:pt>
                <c:pt idx="1230">
                  <c:v>189.26666299999999</c:v>
                </c:pt>
                <c:pt idx="1231">
                  <c:v>189.26666299999999</c:v>
                </c:pt>
                <c:pt idx="1232">
                  <c:v>189.26666299999999</c:v>
                </c:pt>
                <c:pt idx="1233">
                  <c:v>189.26666299999999</c:v>
                </c:pt>
                <c:pt idx="1234">
                  <c:v>189.26666299999999</c:v>
                </c:pt>
                <c:pt idx="1235">
                  <c:v>189.16667200000001</c:v>
                </c:pt>
                <c:pt idx="1236">
                  <c:v>189.16667200000001</c:v>
                </c:pt>
                <c:pt idx="1237">
                  <c:v>189.16667200000001</c:v>
                </c:pt>
                <c:pt idx="1238">
                  <c:v>189.16667200000001</c:v>
                </c:pt>
                <c:pt idx="1239">
                  <c:v>189.16667200000001</c:v>
                </c:pt>
                <c:pt idx="1240">
                  <c:v>189.51666299999999</c:v>
                </c:pt>
                <c:pt idx="1241">
                  <c:v>189.51666299999999</c:v>
                </c:pt>
                <c:pt idx="1242">
                  <c:v>189.51666299999999</c:v>
                </c:pt>
                <c:pt idx="1243">
                  <c:v>189.51666299999999</c:v>
                </c:pt>
                <c:pt idx="1244">
                  <c:v>189.866669</c:v>
                </c:pt>
                <c:pt idx="1245">
                  <c:v>189.866669</c:v>
                </c:pt>
                <c:pt idx="1246">
                  <c:v>189.866669</c:v>
                </c:pt>
                <c:pt idx="1247">
                  <c:v>189.866669</c:v>
                </c:pt>
                <c:pt idx="1248">
                  <c:v>189.866669</c:v>
                </c:pt>
                <c:pt idx="1249">
                  <c:v>190.183334</c:v>
                </c:pt>
                <c:pt idx="1250">
                  <c:v>190.183334</c:v>
                </c:pt>
                <c:pt idx="1251">
                  <c:v>190.183334</c:v>
                </c:pt>
                <c:pt idx="1252">
                  <c:v>190.183334</c:v>
                </c:pt>
                <c:pt idx="1253">
                  <c:v>190.183334</c:v>
                </c:pt>
                <c:pt idx="1254">
                  <c:v>190.5</c:v>
                </c:pt>
                <c:pt idx="1255">
                  <c:v>190.5</c:v>
                </c:pt>
                <c:pt idx="1256">
                  <c:v>190.5</c:v>
                </c:pt>
                <c:pt idx="1257">
                  <c:v>190.5</c:v>
                </c:pt>
                <c:pt idx="1258">
                  <c:v>190.5</c:v>
                </c:pt>
                <c:pt idx="1259">
                  <c:v>190.33332799999999</c:v>
                </c:pt>
                <c:pt idx="1260">
                  <c:v>190.33332799999999</c:v>
                </c:pt>
                <c:pt idx="1261">
                  <c:v>190.33332799999999</c:v>
                </c:pt>
                <c:pt idx="1262">
                  <c:v>190.33332799999999</c:v>
                </c:pt>
                <c:pt idx="1263">
                  <c:v>190.33332799999999</c:v>
                </c:pt>
                <c:pt idx="1264">
                  <c:v>190.16667200000001</c:v>
                </c:pt>
                <c:pt idx="1265">
                  <c:v>190.16667200000001</c:v>
                </c:pt>
                <c:pt idx="1266">
                  <c:v>190.16667200000001</c:v>
                </c:pt>
                <c:pt idx="1267">
                  <c:v>190.16667200000001</c:v>
                </c:pt>
                <c:pt idx="1268">
                  <c:v>190.16667200000001</c:v>
                </c:pt>
                <c:pt idx="1269">
                  <c:v>190.48333700000001</c:v>
                </c:pt>
                <c:pt idx="1270">
                  <c:v>190.48333700000001</c:v>
                </c:pt>
                <c:pt idx="1271">
                  <c:v>190.48333700000001</c:v>
                </c:pt>
                <c:pt idx="1272">
                  <c:v>190.48333700000001</c:v>
                </c:pt>
                <c:pt idx="1273">
                  <c:v>190.48333700000001</c:v>
                </c:pt>
                <c:pt idx="1274">
                  <c:v>190.316666</c:v>
                </c:pt>
                <c:pt idx="1275">
                  <c:v>190.316666</c:v>
                </c:pt>
                <c:pt idx="1276">
                  <c:v>190.316666</c:v>
                </c:pt>
                <c:pt idx="1277">
                  <c:v>190.316666</c:v>
                </c:pt>
                <c:pt idx="1278">
                  <c:v>190.316666</c:v>
                </c:pt>
                <c:pt idx="1279">
                  <c:v>190.616669</c:v>
                </c:pt>
                <c:pt idx="1280">
                  <c:v>190.616669</c:v>
                </c:pt>
                <c:pt idx="1281">
                  <c:v>190.616669</c:v>
                </c:pt>
                <c:pt idx="1282">
                  <c:v>190.616669</c:v>
                </c:pt>
                <c:pt idx="1283">
                  <c:v>190.616669</c:v>
                </c:pt>
                <c:pt idx="1284">
                  <c:v>190.45</c:v>
                </c:pt>
                <c:pt idx="1285">
                  <c:v>190.45</c:v>
                </c:pt>
                <c:pt idx="1286">
                  <c:v>190.45</c:v>
                </c:pt>
                <c:pt idx="1287">
                  <c:v>190.45</c:v>
                </c:pt>
                <c:pt idx="1288">
                  <c:v>190.75</c:v>
                </c:pt>
                <c:pt idx="1289">
                  <c:v>190.75</c:v>
                </c:pt>
                <c:pt idx="1290">
                  <c:v>190.75</c:v>
                </c:pt>
                <c:pt idx="1291">
                  <c:v>190.75</c:v>
                </c:pt>
                <c:pt idx="1292">
                  <c:v>190.75</c:v>
                </c:pt>
                <c:pt idx="1293">
                  <c:v>190.55</c:v>
                </c:pt>
                <c:pt idx="1294">
                  <c:v>190.55</c:v>
                </c:pt>
                <c:pt idx="1295">
                  <c:v>190.55</c:v>
                </c:pt>
                <c:pt idx="1296">
                  <c:v>190.55</c:v>
                </c:pt>
                <c:pt idx="1297">
                  <c:v>190.55</c:v>
                </c:pt>
                <c:pt idx="1298">
                  <c:v>190.383331</c:v>
                </c:pt>
                <c:pt idx="1299">
                  <c:v>190.383331</c:v>
                </c:pt>
                <c:pt idx="1300">
                  <c:v>190.383331</c:v>
                </c:pt>
                <c:pt idx="1301">
                  <c:v>190.383331</c:v>
                </c:pt>
                <c:pt idx="1302">
                  <c:v>190.383331</c:v>
                </c:pt>
                <c:pt idx="1303">
                  <c:v>190.25</c:v>
                </c:pt>
                <c:pt idx="1304">
                  <c:v>190.25</c:v>
                </c:pt>
                <c:pt idx="1305">
                  <c:v>190.25</c:v>
                </c:pt>
                <c:pt idx="1306">
                  <c:v>190.25</c:v>
                </c:pt>
                <c:pt idx="1307">
                  <c:v>190.25</c:v>
                </c:pt>
                <c:pt idx="1308">
                  <c:v>190.08332799999999</c:v>
                </c:pt>
                <c:pt idx="1309">
                  <c:v>190.08332799999999</c:v>
                </c:pt>
                <c:pt idx="1310">
                  <c:v>190.08332799999999</c:v>
                </c:pt>
                <c:pt idx="1311">
                  <c:v>190.08332799999999</c:v>
                </c:pt>
                <c:pt idx="1312">
                  <c:v>190.08332799999999</c:v>
                </c:pt>
                <c:pt idx="1313">
                  <c:v>189.933334</c:v>
                </c:pt>
                <c:pt idx="1314">
                  <c:v>189.933334</c:v>
                </c:pt>
                <c:pt idx="1315">
                  <c:v>189.933334</c:v>
                </c:pt>
                <c:pt idx="1316">
                  <c:v>189.933334</c:v>
                </c:pt>
                <c:pt idx="1317">
                  <c:v>189.933334</c:v>
                </c:pt>
                <c:pt idx="1318">
                  <c:v>189.83332799999999</c:v>
                </c:pt>
                <c:pt idx="1319">
                  <c:v>189.83332799999999</c:v>
                </c:pt>
                <c:pt idx="1320">
                  <c:v>189.83332799999999</c:v>
                </c:pt>
                <c:pt idx="1321">
                  <c:v>189.83332799999999</c:v>
                </c:pt>
                <c:pt idx="1322">
                  <c:v>189.83332799999999</c:v>
                </c:pt>
                <c:pt idx="1323">
                  <c:v>190.21665999999999</c:v>
                </c:pt>
                <c:pt idx="1324">
                  <c:v>190.21665999999999</c:v>
                </c:pt>
                <c:pt idx="1325">
                  <c:v>190.21665999999999</c:v>
                </c:pt>
                <c:pt idx="1326">
                  <c:v>190.21665999999999</c:v>
                </c:pt>
                <c:pt idx="1327">
                  <c:v>190.05</c:v>
                </c:pt>
                <c:pt idx="1328">
                  <c:v>190.05</c:v>
                </c:pt>
                <c:pt idx="1329">
                  <c:v>190.05</c:v>
                </c:pt>
                <c:pt idx="1330">
                  <c:v>190.05</c:v>
                </c:pt>
                <c:pt idx="1331">
                  <c:v>190.05</c:v>
                </c:pt>
                <c:pt idx="1332">
                  <c:v>189.9</c:v>
                </c:pt>
                <c:pt idx="1333">
                  <c:v>189.9</c:v>
                </c:pt>
                <c:pt idx="1334">
                  <c:v>189.9</c:v>
                </c:pt>
                <c:pt idx="1335">
                  <c:v>189.9</c:v>
                </c:pt>
                <c:pt idx="1336">
                  <c:v>189.9</c:v>
                </c:pt>
                <c:pt idx="1337">
                  <c:v>189.8</c:v>
                </c:pt>
                <c:pt idx="1338">
                  <c:v>189.8</c:v>
                </c:pt>
                <c:pt idx="1339">
                  <c:v>189.8</c:v>
                </c:pt>
                <c:pt idx="1340">
                  <c:v>189.8</c:v>
                </c:pt>
                <c:pt idx="1341">
                  <c:v>189.8</c:v>
                </c:pt>
                <c:pt idx="1342">
                  <c:v>189.7</c:v>
                </c:pt>
                <c:pt idx="1343">
                  <c:v>189.7</c:v>
                </c:pt>
                <c:pt idx="1344">
                  <c:v>189.7</c:v>
                </c:pt>
                <c:pt idx="1345">
                  <c:v>189.7</c:v>
                </c:pt>
                <c:pt idx="1346">
                  <c:v>189.7</c:v>
                </c:pt>
                <c:pt idx="1347">
                  <c:v>189.58332799999999</c:v>
                </c:pt>
                <c:pt idx="1348">
                  <c:v>189.58332799999999</c:v>
                </c:pt>
                <c:pt idx="1349">
                  <c:v>189.58332799999999</c:v>
                </c:pt>
                <c:pt idx="1350">
                  <c:v>189.58332799999999</c:v>
                </c:pt>
                <c:pt idx="1351">
                  <c:v>189.58332799999999</c:v>
                </c:pt>
                <c:pt idx="1352">
                  <c:v>189.91667200000001</c:v>
                </c:pt>
                <c:pt idx="1353">
                  <c:v>189.91667200000001</c:v>
                </c:pt>
                <c:pt idx="1354">
                  <c:v>189.91667200000001</c:v>
                </c:pt>
                <c:pt idx="1355">
                  <c:v>189.91667200000001</c:v>
                </c:pt>
                <c:pt idx="1356">
                  <c:v>189.91667200000001</c:v>
                </c:pt>
                <c:pt idx="1357">
                  <c:v>189.78334000000001</c:v>
                </c:pt>
                <c:pt idx="1358">
                  <c:v>189.78334000000001</c:v>
                </c:pt>
                <c:pt idx="1359">
                  <c:v>189.78334000000001</c:v>
                </c:pt>
                <c:pt idx="1360">
                  <c:v>189.78334000000001</c:v>
                </c:pt>
                <c:pt idx="1361">
                  <c:v>189.78334000000001</c:v>
                </c:pt>
                <c:pt idx="1362">
                  <c:v>189.683334</c:v>
                </c:pt>
                <c:pt idx="1363">
                  <c:v>189.683334</c:v>
                </c:pt>
                <c:pt idx="1364">
                  <c:v>189.683334</c:v>
                </c:pt>
                <c:pt idx="1365">
                  <c:v>189.683334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340-4B37-B24E-D8DD90E5071D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'Scope Project'!$C$14:$C$1379</c:f>
              <c:numCache>
                <c:formatCode>General</c:formatCode>
                <c:ptCount val="1366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6.0000000000000005E-2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9.9999999999999992E-2</c:v>
                </c:pt>
                <c:pt idx="11">
                  <c:v>0.10999999999999999</c:v>
                </c:pt>
                <c:pt idx="12">
                  <c:v>0.11999999999999998</c:v>
                </c:pt>
                <c:pt idx="13">
                  <c:v>0.12999999999999998</c:v>
                </c:pt>
                <c:pt idx="14">
                  <c:v>0.13999999999999999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0.18000000000000002</c:v>
                </c:pt>
                <c:pt idx="19">
                  <c:v>0.19000000000000003</c:v>
                </c:pt>
                <c:pt idx="20">
                  <c:v>0.20000000000000004</c:v>
                </c:pt>
                <c:pt idx="21">
                  <c:v>0.21000000000000005</c:v>
                </c:pt>
                <c:pt idx="22">
                  <c:v>0.22000000000000006</c:v>
                </c:pt>
                <c:pt idx="23">
                  <c:v>0.23000000000000007</c:v>
                </c:pt>
                <c:pt idx="24">
                  <c:v>0.24000000000000007</c:v>
                </c:pt>
                <c:pt idx="25">
                  <c:v>0.25000000000000006</c:v>
                </c:pt>
                <c:pt idx="26">
                  <c:v>0.26000000000000006</c:v>
                </c:pt>
                <c:pt idx="27">
                  <c:v>0.27000000000000007</c:v>
                </c:pt>
                <c:pt idx="28">
                  <c:v>0.28000000000000008</c:v>
                </c:pt>
                <c:pt idx="29">
                  <c:v>0.29000000000000009</c:v>
                </c:pt>
                <c:pt idx="30">
                  <c:v>0.3000000000000001</c:v>
                </c:pt>
                <c:pt idx="31">
                  <c:v>0.31000000000000011</c:v>
                </c:pt>
                <c:pt idx="32">
                  <c:v>0.32000000000000012</c:v>
                </c:pt>
                <c:pt idx="33">
                  <c:v>0.33000000000000013</c:v>
                </c:pt>
                <c:pt idx="34">
                  <c:v>0.34000000000000014</c:v>
                </c:pt>
                <c:pt idx="35">
                  <c:v>0.35000000000000014</c:v>
                </c:pt>
                <c:pt idx="36">
                  <c:v>0.36000000000000015</c:v>
                </c:pt>
                <c:pt idx="37">
                  <c:v>0.37000000000000016</c:v>
                </c:pt>
                <c:pt idx="38">
                  <c:v>0.38000000000000017</c:v>
                </c:pt>
                <c:pt idx="39">
                  <c:v>0.39000000000000018</c:v>
                </c:pt>
                <c:pt idx="40">
                  <c:v>0.40000000000000019</c:v>
                </c:pt>
                <c:pt idx="41">
                  <c:v>0.4100000000000002</c:v>
                </c:pt>
                <c:pt idx="42">
                  <c:v>0.42000000000000021</c:v>
                </c:pt>
                <c:pt idx="43">
                  <c:v>0.43000000000000022</c:v>
                </c:pt>
                <c:pt idx="44">
                  <c:v>0.44000000000000022</c:v>
                </c:pt>
                <c:pt idx="45">
                  <c:v>0.45000000000000023</c:v>
                </c:pt>
                <c:pt idx="46">
                  <c:v>0.46000000000000024</c:v>
                </c:pt>
                <c:pt idx="47">
                  <c:v>0.47000000000000025</c:v>
                </c:pt>
                <c:pt idx="48">
                  <c:v>0.48000000000000026</c:v>
                </c:pt>
                <c:pt idx="49">
                  <c:v>0.49000000000000027</c:v>
                </c:pt>
                <c:pt idx="50">
                  <c:v>0.50000000000000022</c:v>
                </c:pt>
                <c:pt idx="51">
                  <c:v>0.51000000000000023</c:v>
                </c:pt>
                <c:pt idx="52">
                  <c:v>0.52000000000000024</c:v>
                </c:pt>
                <c:pt idx="53">
                  <c:v>0.53000000000000025</c:v>
                </c:pt>
                <c:pt idx="54">
                  <c:v>0.54000000000000026</c:v>
                </c:pt>
                <c:pt idx="55">
                  <c:v>0.55000000000000027</c:v>
                </c:pt>
                <c:pt idx="56">
                  <c:v>0.56000000000000028</c:v>
                </c:pt>
                <c:pt idx="57">
                  <c:v>0.57000000000000028</c:v>
                </c:pt>
                <c:pt idx="58">
                  <c:v>0.58000000000000029</c:v>
                </c:pt>
                <c:pt idx="59">
                  <c:v>0.5900000000000003</c:v>
                </c:pt>
                <c:pt idx="60">
                  <c:v>0.60000000000000031</c:v>
                </c:pt>
                <c:pt idx="61">
                  <c:v>0.61000000000000032</c:v>
                </c:pt>
                <c:pt idx="62">
                  <c:v>0.62000000000000033</c:v>
                </c:pt>
                <c:pt idx="63">
                  <c:v>0.63000000000000034</c:v>
                </c:pt>
                <c:pt idx="64">
                  <c:v>0.64000000000000035</c:v>
                </c:pt>
                <c:pt idx="65">
                  <c:v>0.65000000000000036</c:v>
                </c:pt>
                <c:pt idx="66">
                  <c:v>0.66000000000000036</c:v>
                </c:pt>
                <c:pt idx="67">
                  <c:v>0.67000000000000037</c:v>
                </c:pt>
                <c:pt idx="68">
                  <c:v>0.68000000000000038</c:v>
                </c:pt>
                <c:pt idx="69">
                  <c:v>0.69000000000000039</c:v>
                </c:pt>
                <c:pt idx="70">
                  <c:v>0.7000000000000004</c:v>
                </c:pt>
                <c:pt idx="71">
                  <c:v>0.71000000000000041</c:v>
                </c:pt>
                <c:pt idx="72">
                  <c:v>0.72000000000000042</c:v>
                </c:pt>
                <c:pt idx="73">
                  <c:v>0.73000000000000043</c:v>
                </c:pt>
                <c:pt idx="74">
                  <c:v>0.74000000000000044</c:v>
                </c:pt>
                <c:pt idx="75">
                  <c:v>0.75000000000000044</c:v>
                </c:pt>
                <c:pt idx="76">
                  <c:v>0.76000000000000045</c:v>
                </c:pt>
                <c:pt idx="77">
                  <c:v>0.77000000000000046</c:v>
                </c:pt>
                <c:pt idx="78">
                  <c:v>0.78000000000000047</c:v>
                </c:pt>
                <c:pt idx="79">
                  <c:v>0.79000000000000048</c:v>
                </c:pt>
                <c:pt idx="80">
                  <c:v>0.80000000000000049</c:v>
                </c:pt>
                <c:pt idx="81">
                  <c:v>0.8100000000000005</c:v>
                </c:pt>
                <c:pt idx="82">
                  <c:v>0.82000000000000051</c:v>
                </c:pt>
                <c:pt idx="83">
                  <c:v>0.83000000000000052</c:v>
                </c:pt>
                <c:pt idx="84">
                  <c:v>0.84000000000000052</c:v>
                </c:pt>
                <c:pt idx="85">
                  <c:v>0.85000000000000053</c:v>
                </c:pt>
                <c:pt idx="86">
                  <c:v>0.86000000000000054</c:v>
                </c:pt>
                <c:pt idx="87">
                  <c:v>0.87000000000000055</c:v>
                </c:pt>
                <c:pt idx="88">
                  <c:v>0.88000000000000056</c:v>
                </c:pt>
                <c:pt idx="89">
                  <c:v>0.89000000000000057</c:v>
                </c:pt>
                <c:pt idx="90">
                  <c:v>0.90000000000000058</c:v>
                </c:pt>
                <c:pt idx="91">
                  <c:v>0.91000000000000059</c:v>
                </c:pt>
                <c:pt idx="92">
                  <c:v>0.9200000000000006</c:v>
                </c:pt>
                <c:pt idx="93">
                  <c:v>0.9300000000000006</c:v>
                </c:pt>
                <c:pt idx="94">
                  <c:v>0.94000000000000061</c:v>
                </c:pt>
                <c:pt idx="95">
                  <c:v>0.95000000000000062</c:v>
                </c:pt>
                <c:pt idx="96">
                  <c:v>0.96000000000000063</c:v>
                </c:pt>
                <c:pt idx="97">
                  <c:v>0.97000000000000064</c:v>
                </c:pt>
                <c:pt idx="98">
                  <c:v>0.98000000000000065</c:v>
                </c:pt>
                <c:pt idx="99">
                  <c:v>0.99000000000000066</c:v>
                </c:pt>
                <c:pt idx="100">
                  <c:v>1.0000000000000007</c:v>
                </c:pt>
                <c:pt idx="101">
                  <c:v>1.0100000000000007</c:v>
                </c:pt>
                <c:pt idx="102">
                  <c:v>1.0200000000000007</c:v>
                </c:pt>
                <c:pt idx="103">
                  <c:v>1.0300000000000007</c:v>
                </c:pt>
                <c:pt idx="104">
                  <c:v>1.0400000000000007</c:v>
                </c:pt>
                <c:pt idx="105">
                  <c:v>1.0500000000000007</c:v>
                </c:pt>
                <c:pt idx="106">
                  <c:v>1.0600000000000007</c:v>
                </c:pt>
                <c:pt idx="107">
                  <c:v>1.0700000000000007</c:v>
                </c:pt>
                <c:pt idx="108">
                  <c:v>1.0800000000000007</c:v>
                </c:pt>
                <c:pt idx="109">
                  <c:v>1.0900000000000007</c:v>
                </c:pt>
                <c:pt idx="110">
                  <c:v>1.1000000000000008</c:v>
                </c:pt>
                <c:pt idx="111">
                  <c:v>1.1100000000000008</c:v>
                </c:pt>
                <c:pt idx="112">
                  <c:v>1.1200000000000008</c:v>
                </c:pt>
                <c:pt idx="113">
                  <c:v>1.1300000000000008</c:v>
                </c:pt>
                <c:pt idx="114">
                  <c:v>1.1400000000000008</c:v>
                </c:pt>
                <c:pt idx="115">
                  <c:v>1.1500000000000008</c:v>
                </c:pt>
                <c:pt idx="116">
                  <c:v>1.1600000000000008</c:v>
                </c:pt>
                <c:pt idx="117">
                  <c:v>1.1700000000000008</c:v>
                </c:pt>
                <c:pt idx="118">
                  <c:v>1.1800000000000008</c:v>
                </c:pt>
                <c:pt idx="119">
                  <c:v>1.1900000000000008</c:v>
                </c:pt>
                <c:pt idx="120">
                  <c:v>1.2000000000000008</c:v>
                </c:pt>
                <c:pt idx="121">
                  <c:v>1.2100000000000009</c:v>
                </c:pt>
                <c:pt idx="122">
                  <c:v>1.2200000000000009</c:v>
                </c:pt>
                <c:pt idx="123">
                  <c:v>1.2300000000000009</c:v>
                </c:pt>
                <c:pt idx="124">
                  <c:v>1.2400000000000009</c:v>
                </c:pt>
                <c:pt idx="125">
                  <c:v>1.2500000000000009</c:v>
                </c:pt>
                <c:pt idx="126">
                  <c:v>1.2600000000000009</c:v>
                </c:pt>
                <c:pt idx="127">
                  <c:v>1.2700000000000009</c:v>
                </c:pt>
                <c:pt idx="128">
                  <c:v>1.2800000000000009</c:v>
                </c:pt>
                <c:pt idx="129">
                  <c:v>1.2900000000000009</c:v>
                </c:pt>
                <c:pt idx="130">
                  <c:v>1.3000000000000009</c:v>
                </c:pt>
                <c:pt idx="131">
                  <c:v>1.3100000000000009</c:v>
                </c:pt>
                <c:pt idx="132">
                  <c:v>1.320000000000001</c:v>
                </c:pt>
                <c:pt idx="133">
                  <c:v>1.330000000000001</c:v>
                </c:pt>
                <c:pt idx="134">
                  <c:v>1.340000000000001</c:v>
                </c:pt>
                <c:pt idx="135">
                  <c:v>1.350000000000001</c:v>
                </c:pt>
                <c:pt idx="136">
                  <c:v>1.360000000000001</c:v>
                </c:pt>
                <c:pt idx="137">
                  <c:v>1.370000000000001</c:v>
                </c:pt>
                <c:pt idx="138">
                  <c:v>1.380000000000001</c:v>
                </c:pt>
                <c:pt idx="139">
                  <c:v>1.390000000000001</c:v>
                </c:pt>
                <c:pt idx="140">
                  <c:v>1.400000000000001</c:v>
                </c:pt>
                <c:pt idx="141">
                  <c:v>1.410000000000001</c:v>
                </c:pt>
                <c:pt idx="142">
                  <c:v>1.420000000000001</c:v>
                </c:pt>
                <c:pt idx="143">
                  <c:v>1.430000000000001</c:v>
                </c:pt>
                <c:pt idx="144">
                  <c:v>1.4400000000000011</c:v>
                </c:pt>
                <c:pt idx="145">
                  <c:v>1.4500000000000011</c:v>
                </c:pt>
                <c:pt idx="146">
                  <c:v>1.4600000000000011</c:v>
                </c:pt>
                <c:pt idx="147">
                  <c:v>1.4700000000000011</c:v>
                </c:pt>
                <c:pt idx="148">
                  <c:v>1.4800000000000011</c:v>
                </c:pt>
                <c:pt idx="149">
                  <c:v>1.4900000000000011</c:v>
                </c:pt>
                <c:pt idx="150">
                  <c:v>1.5000000000000011</c:v>
                </c:pt>
                <c:pt idx="151">
                  <c:v>1.5100000000000011</c:v>
                </c:pt>
                <c:pt idx="152">
                  <c:v>1.5200000000000011</c:v>
                </c:pt>
                <c:pt idx="153">
                  <c:v>1.5300000000000011</c:v>
                </c:pt>
                <c:pt idx="154">
                  <c:v>1.5400000000000011</c:v>
                </c:pt>
                <c:pt idx="155">
                  <c:v>1.5500000000000012</c:v>
                </c:pt>
                <c:pt idx="156">
                  <c:v>1.5600000000000012</c:v>
                </c:pt>
                <c:pt idx="157">
                  <c:v>1.5700000000000012</c:v>
                </c:pt>
                <c:pt idx="158">
                  <c:v>1.5800000000000012</c:v>
                </c:pt>
                <c:pt idx="159">
                  <c:v>1.5900000000000012</c:v>
                </c:pt>
                <c:pt idx="160">
                  <c:v>1.6000000000000012</c:v>
                </c:pt>
                <c:pt idx="161">
                  <c:v>1.6100000000000012</c:v>
                </c:pt>
                <c:pt idx="162">
                  <c:v>1.6200000000000012</c:v>
                </c:pt>
                <c:pt idx="163">
                  <c:v>1.6300000000000012</c:v>
                </c:pt>
                <c:pt idx="164">
                  <c:v>1.6400000000000012</c:v>
                </c:pt>
                <c:pt idx="165">
                  <c:v>1.6500000000000012</c:v>
                </c:pt>
                <c:pt idx="166">
                  <c:v>1.6600000000000013</c:v>
                </c:pt>
                <c:pt idx="167">
                  <c:v>1.6700000000000013</c:v>
                </c:pt>
                <c:pt idx="168">
                  <c:v>1.6800000000000013</c:v>
                </c:pt>
                <c:pt idx="169">
                  <c:v>1.6900000000000013</c:v>
                </c:pt>
                <c:pt idx="170">
                  <c:v>1.7000000000000013</c:v>
                </c:pt>
                <c:pt idx="171">
                  <c:v>1.7100000000000013</c:v>
                </c:pt>
                <c:pt idx="172">
                  <c:v>1.7200000000000013</c:v>
                </c:pt>
                <c:pt idx="173">
                  <c:v>1.7300000000000013</c:v>
                </c:pt>
                <c:pt idx="174">
                  <c:v>1.7400000000000013</c:v>
                </c:pt>
                <c:pt idx="175">
                  <c:v>1.7500000000000013</c:v>
                </c:pt>
                <c:pt idx="176">
                  <c:v>1.7600000000000013</c:v>
                </c:pt>
                <c:pt idx="177">
                  <c:v>1.7700000000000014</c:v>
                </c:pt>
                <c:pt idx="178">
                  <c:v>1.7800000000000014</c:v>
                </c:pt>
                <c:pt idx="179">
                  <c:v>1.7900000000000014</c:v>
                </c:pt>
                <c:pt idx="180">
                  <c:v>1.8000000000000014</c:v>
                </c:pt>
                <c:pt idx="181">
                  <c:v>1.8100000000000014</c:v>
                </c:pt>
                <c:pt idx="182">
                  <c:v>1.8200000000000014</c:v>
                </c:pt>
                <c:pt idx="183">
                  <c:v>1.8300000000000014</c:v>
                </c:pt>
                <c:pt idx="184">
                  <c:v>1.8400000000000014</c:v>
                </c:pt>
                <c:pt idx="185">
                  <c:v>1.8500000000000014</c:v>
                </c:pt>
                <c:pt idx="186">
                  <c:v>1.8600000000000014</c:v>
                </c:pt>
                <c:pt idx="187">
                  <c:v>1.8700000000000014</c:v>
                </c:pt>
                <c:pt idx="188">
                  <c:v>1.8800000000000014</c:v>
                </c:pt>
                <c:pt idx="189">
                  <c:v>1.8900000000000015</c:v>
                </c:pt>
                <c:pt idx="190">
                  <c:v>1.9000000000000015</c:v>
                </c:pt>
                <c:pt idx="191">
                  <c:v>1.9100000000000015</c:v>
                </c:pt>
                <c:pt idx="192">
                  <c:v>1.9200000000000015</c:v>
                </c:pt>
                <c:pt idx="193">
                  <c:v>1.9300000000000015</c:v>
                </c:pt>
                <c:pt idx="194">
                  <c:v>1.9400000000000015</c:v>
                </c:pt>
                <c:pt idx="195">
                  <c:v>1.9500000000000015</c:v>
                </c:pt>
                <c:pt idx="196">
                  <c:v>1.9600000000000015</c:v>
                </c:pt>
                <c:pt idx="197">
                  <c:v>1.9700000000000015</c:v>
                </c:pt>
                <c:pt idx="198">
                  <c:v>1.9800000000000015</c:v>
                </c:pt>
                <c:pt idx="199">
                  <c:v>1.9900000000000015</c:v>
                </c:pt>
                <c:pt idx="200">
                  <c:v>2.0000000000000013</c:v>
                </c:pt>
                <c:pt idx="201">
                  <c:v>2.0100000000000011</c:v>
                </c:pt>
                <c:pt idx="202">
                  <c:v>2.0200000000000009</c:v>
                </c:pt>
                <c:pt idx="203">
                  <c:v>2.0300000000000007</c:v>
                </c:pt>
                <c:pt idx="204">
                  <c:v>2.0400000000000005</c:v>
                </c:pt>
                <c:pt idx="205">
                  <c:v>2.0500000000000003</c:v>
                </c:pt>
                <c:pt idx="206">
                  <c:v>2.06</c:v>
                </c:pt>
                <c:pt idx="207">
                  <c:v>2.0699999999999998</c:v>
                </c:pt>
                <c:pt idx="208">
                  <c:v>2.0799999999999996</c:v>
                </c:pt>
                <c:pt idx="209">
                  <c:v>2.0899999999999994</c:v>
                </c:pt>
                <c:pt idx="210">
                  <c:v>2.0999999999999992</c:v>
                </c:pt>
                <c:pt idx="211">
                  <c:v>2.109999999999999</c:v>
                </c:pt>
                <c:pt idx="212">
                  <c:v>2.1199999999999988</c:v>
                </c:pt>
                <c:pt idx="213">
                  <c:v>2.1299999999999986</c:v>
                </c:pt>
                <c:pt idx="214">
                  <c:v>2.1399999999999983</c:v>
                </c:pt>
                <c:pt idx="215">
                  <c:v>2.1499999999999981</c:v>
                </c:pt>
                <c:pt idx="216">
                  <c:v>2.1599999999999979</c:v>
                </c:pt>
                <c:pt idx="217">
                  <c:v>2.1699999999999977</c:v>
                </c:pt>
                <c:pt idx="218">
                  <c:v>2.1799999999999975</c:v>
                </c:pt>
                <c:pt idx="219">
                  <c:v>2.1899999999999973</c:v>
                </c:pt>
                <c:pt idx="220">
                  <c:v>2.1999999999999971</c:v>
                </c:pt>
                <c:pt idx="221">
                  <c:v>2.2099999999999969</c:v>
                </c:pt>
                <c:pt idx="222">
                  <c:v>2.2199999999999966</c:v>
                </c:pt>
                <c:pt idx="223">
                  <c:v>2.2299999999999964</c:v>
                </c:pt>
                <c:pt idx="224">
                  <c:v>2.2399999999999962</c:v>
                </c:pt>
                <c:pt idx="225">
                  <c:v>2.249999999999996</c:v>
                </c:pt>
                <c:pt idx="226">
                  <c:v>2.2599999999999958</c:v>
                </c:pt>
                <c:pt idx="227">
                  <c:v>2.2699999999999956</c:v>
                </c:pt>
                <c:pt idx="228">
                  <c:v>2.2799999999999954</c:v>
                </c:pt>
                <c:pt idx="229">
                  <c:v>2.2899999999999952</c:v>
                </c:pt>
                <c:pt idx="230">
                  <c:v>2.2999999999999949</c:v>
                </c:pt>
                <c:pt idx="231">
                  <c:v>2.3099999999999947</c:v>
                </c:pt>
                <c:pt idx="232">
                  <c:v>2.3199999999999945</c:v>
                </c:pt>
                <c:pt idx="233">
                  <c:v>2.3299999999999943</c:v>
                </c:pt>
                <c:pt idx="234">
                  <c:v>2.3399999999999941</c:v>
                </c:pt>
                <c:pt idx="235">
                  <c:v>2.3499999999999939</c:v>
                </c:pt>
                <c:pt idx="236">
                  <c:v>2.3599999999999937</c:v>
                </c:pt>
                <c:pt idx="237">
                  <c:v>2.3699999999999934</c:v>
                </c:pt>
                <c:pt idx="238">
                  <c:v>2.3799999999999932</c:v>
                </c:pt>
                <c:pt idx="239">
                  <c:v>2.389999999999993</c:v>
                </c:pt>
                <c:pt idx="240">
                  <c:v>2.3999999999999928</c:v>
                </c:pt>
                <c:pt idx="241">
                  <c:v>2.4099999999999926</c:v>
                </c:pt>
                <c:pt idx="242">
                  <c:v>2.4199999999999924</c:v>
                </c:pt>
                <c:pt idx="243">
                  <c:v>2.4299999999999922</c:v>
                </c:pt>
                <c:pt idx="244">
                  <c:v>2.439999999999992</c:v>
                </c:pt>
                <c:pt idx="245">
                  <c:v>2.4499999999999917</c:v>
                </c:pt>
                <c:pt idx="246">
                  <c:v>2.4599999999999915</c:v>
                </c:pt>
                <c:pt idx="247">
                  <c:v>2.4699999999999913</c:v>
                </c:pt>
                <c:pt idx="248">
                  <c:v>2.4799999999999911</c:v>
                </c:pt>
                <c:pt idx="249">
                  <c:v>2.4899999999999909</c:v>
                </c:pt>
                <c:pt idx="250">
                  <c:v>2.4999999999999907</c:v>
                </c:pt>
                <c:pt idx="251">
                  <c:v>2.5099999999999905</c:v>
                </c:pt>
                <c:pt idx="252">
                  <c:v>2.5199999999999902</c:v>
                </c:pt>
                <c:pt idx="253">
                  <c:v>2.52999999999999</c:v>
                </c:pt>
                <c:pt idx="254">
                  <c:v>2.5399999999999898</c:v>
                </c:pt>
                <c:pt idx="255">
                  <c:v>2.5499999999999896</c:v>
                </c:pt>
                <c:pt idx="256">
                  <c:v>2.5599999999999894</c:v>
                </c:pt>
                <c:pt idx="257">
                  <c:v>2.5699999999999892</c:v>
                </c:pt>
                <c:pt idx="258">
                  <c:v>2.579999999999989</c:v>
                </c:pt>
                <c:pt idx="259">
                  <c:v>2.5899999999999888</c:v>
                </c:pt>
                <c:pt idx="260">
                  <c:v>2.5999999999999885</c:v>
                </c:pt>
                <c:pt idx="261">
                  <c:v>2.6099999999999883</c:v>
                </c:pt>
                <c:pt idx="262">
                  <c:v>2.6199999999999881</c:v>
                </c:pt>
                <c:pt idx="263">
                  <c:v>2.6299999999999879</c:v>
                </c:pt>
                <c:pt idx="264">
                  <c:v>2.6399999999999877</c:v>
                </c:pt>
                <c:pt idx="265">
                  <c:v>2.6499999999999875</c:v>
                </c:pt>
                <c:pt idx="266">
                  <c:v>2.6599999999999873</c:v>
                </c:pt>
                <c:pt idx="267">
                  <c:v>2.6699999999999871</c:v>
                </c:pt>
                <c:pt idx="268">
                  <c:v>2.6799999999999868</c:v>
                </c:pt>
                <c:pt idx="269">
                  <c:v>2.6899999999999866</c:v>
                </c:pt>
                <c:pt idx="270">
                  <c:v>2.6999999999999864</c:v>
                </c:pt>
                <c:pt idx="271">
                  <c:v>2.7099999999999862</c:v>
                </c:pt>
                <c:pt idx="272">
                  <c:v>2.719999999999986</c:v>
                </c:pt>
                <c:pt idx="273">
                  <c:v>2.7299999999999858</c:v>
                </c:pt>
                <c:pt idx="274">
                  <c:v>2.7399999999999856</c:v>
                </c:pt>
                <c:pt idx="275">
                  <c:v>2.7499999999999853</c:v>
                </c:pt>
                <c:pt idx="276">
                  <c:v>2.7599999999999851</c:v>
                </c:pt>
                <c:pt idx="277">
                  <c:v>2.7699999999999849</c:v>
                </c:pt>
                <c:pt idx="278">
                  <c:v>2.7799999999999847</c:v>
                </c:pt>
                <c:pt idx="279">
                  <c:v>2.7899999999999845</c:v>
                </c:pt>
                <c:pt idx="280">
                  <c:v>2.7999999999999843</c:v>
                </c:pt>
                <c:pt idx="281">
                  <c:v>2.8099999999999841</c:v>
                </c:pt>
                <c:pt idx="282">
                  <c:v>2.8199999999999839</c:v>
                </c:pt>
                <c:pt idx="283">
                  <c:v>2.8299999999999836</c:v>
                </c:pt>
                <c:pt idx="284">
                  <c:v>2.8399999999999834</c:v>
                </c:pt>
                <c:pt idx="285">
                  <c:v>2.8499999999999832</c:v>
                </c:pt>
                <c:pt idx="286">
                  <c:v>2.859999999999983</c:v>
                </c:pt>
                <c:pt idx="287">
                  <c:v>2.8699999999999828</c:v>
                </c:pt>
                <c:pt idx="288">
                  <c:v>2.8799999999999826</c:v>
                </c:pt>
                <c:pt idx="289">
                  <c:v>2.8899999999999824</c:v>
                </c:pt>
                <c:pt idx="290">
                  <c:v>2.8999999999999821</c:v>
                </c:pt>
                <c:pt idx="291">
                  <c:v>2.9099999999999819</c:v>
                </c:pt>
                <c:pt idx="292">
                  <c:v>2.9199999999999817</c:v>
                </c:pt>
                <c:pt idx="293">
                  <c:v>2.9299999999999815</c:v>
                </c:pt>
                <c:pt idx="294">
                  <c:v>2.9399999999999813</c:v>
                </c:pt>
                <c:pt idx="295">
                  <c:v>2.9499999999999811</c:v>
                </c:pt>
                <c:pt idx="296">
                  <c:v>2.9599999999999809</c:v>
                </c:pt>
                <c:pt idx="297">
                  <c:v>2.9699999999999807</c:v>
                </c:pt>
                <c:pt idx="298">
                  <c:v>2.9799999999999804</c:v>
                </c:pt>
                <c:pt idx="299">
                  <c:v>2.9899999999999802</c:v>
                </c:pt>
                <c:pt idx="300">
                  <c:v>2.99999999999998</c:v>
                </c:pt>
                <c:pt idx="301">
                  <c:v>3.0099999999999798</c:v>
                </c:pt>
                <c:pt idx="302">
                  <c:v>3.0199999999999796</c:v>
                </c:pt>
                <c:pt idx="303">
                  <c:v>3.0299999999999794</c:v>
                </c:pt>
                <c:pt idx="304">
                  <c:v>3.0399999999999792</c:v>
                </c:pt>
                <c:pt idx="305">
                  <c:v>3.049999999999979</c:v>
                </c:pt>
                <c:pt idx="306">
                  <c:v>3.0599999999999787</c:v>
                </c:pt>
                <c:pt idx="307">
                  <c:v>3.0699999999999785</c:v>
                </c:pt>
                <c:pt idx="308">
                  <c:v>3.0799999999999783</c:v>
                </c:pt>
                <c:pt idx="309">
                  <c:v>3.0899999999999781</c:v>
                </c:pt>
                <c:pt idx="310">
                  <c:v>3.0999999999999779</c:v>
                </c:pt>
                <c:pt idx="311">
                  <c:v>3.1099999999999777</c:v>
                </c:pt>
                <c:pt idx="312">
                  <c:v>3.1199999999999775</c:v>
                </c:pt>
                <c:pt idx="313">
                  <c:v>3.1299999999999772</c:v>
                </c:pt>
                <c:pt idx="314">
                  <c:v>3.139999999999977</c:v>
                </c:pt>
                <c:pt idx="315">
                  <c:v>3.1499999999999768</c:v>
                </c:pt>
                <c:pt idx="316">
                  <c:v>3.1599999999999766</c:v>
                </c:pt>
                <c:pt idx="317">
                  <c:v>3.1699999999999764</c:v>
                </c:pt>
                <c:pt idx="318">
                  <c:v>3.1799999999999762</c:v>
                </c:pt>
                <c:pt idx="319">
                  <c:v>3.189999999999976</c:v>
                </c:pt>
                <c:pt idx="320">
                  <c:v>3.1999999999999758</c:v>
                </c:pt>
                <c:pt idx="321">
                  <c:v>3.2099999999999755</c:v>
                </c:pt>
                <c:pt idx="322">
                  <c:v>3.2199999999999753</c:v>
                </c:pt>
                <c:pt idx="323">
                  <c:v>3.2299999999999751</c:v>
                </c:pt>
                <c:pt idx="324">
                  <c:v>3.2399999999999749</c:v>
                </c:pt>
                <c:pt idx="325">
                  <c:v>3.2499999999999747</c:v>
                </c:pt>
                <c:pt idx="326">
                  <c:v>3.2599999999999745</c:v>
                </c:pt>
                <c:pt idx="327">
                  <c:v>3.2699999999999743</c:v>
                </c:pt>
                <c:pt idx="328">
                  <c:v>3.279999999999974</c:v>
                </c:pt>
                <c:pt idx="329">
                  <c:v>3.2899999999999738</c:v>
                </c:pt>
                <c:pt idx="330">
                  <c:v>3.2999999999999736</c:v>
                </c:pt>
                <c:pt idx="331">
                  <c:v>3.3099999999999734</c:v>
                </c:pt>
                <c:pt idx="332">
                  <c:v>3.3199999999999732</c:v>
                </c:pt>
                <c:pt idx="333">
                  <c:v>3.329999999999973</c:v>
                </c:pt>
                <c:pt idx="334">
                  <c:v>3.3399999999999728</c:v>
                </c:pt>
                <c:pt idx="335">
                  <c:v>3.3499999999999726</c:v>
                </c:pt>
                <c:pt idx="336">
                  <c:v>3.3599999999999723</c:v>
                </c:pt>
                <c:pt idx="337">
                  <c:v>3.3699999999999721</c:v>
                </c:pt>
                <c:pt idx="338">
                  <c:v>3.3799999999999719</c:v>
                </c:pt>
                <c:pt idx="339">
                  <c:v>3.3899999999999717</c:v>
                </c:pt>
                <c:pt idx="340">
                  <c:v>3.3999999999999715</c:v>
                </c:pt>
                <c:pt idx="341">
                  <c:v>3.4099999999999713</c:v>
                </c:pt>
                <c:pt idx="342">
                  <c:v>3.4199999999999711</c:v>
                </c:pt>
                <c:pt idx="343">
                  <c:v>3.4299999999999708</c:v>
                </c:pt>
                <c:pt idx="344">
                  <c:v>3.4399999999999706</c:v>
                </c:pt>
                <c:pt idx="345">
                  <c:v>3.4499999999999704</c:v>
                </c:pt>
                <c:pt idx="346">
                  <c:v>3.4599999999999702</c:v>
                </c:pt>
                <c:pt idx="347">
                  <c:v>3.46999999999997</c:v>
                </c:pt>
                <c:pt idx="348">
                  <c:v>3.4799999999999698</c:v>
                </c:pt>
                <c:pt idx="349">
                  <c:v>3.4899999999999696</c:v>
                </c:pt>
                <c:pt idx="350">
                  <c:v>3.4999999999999694</c:v>
                </c:pt>
                <c:pt idx="351">
                  <c:v>3.5099999999999691</c:v>
                </c:pt>
                <c:pt idx="352">
                  <c:v>3.5199999999999689</c:v>
                </c:pt>
                <c:pt idx="353">
                  <c:v>3.5299999999999687</c:v>
                </c:pt>
                <c:pt idx="354">
                  <c:v>3.5399999999999685</c:v>
                </c:pt>
                <c:pt idx="355">
                  <c:v>3.5499999999999683</c:v>
                </c:pt>
                <c:pt idx="356">
                  <c:v>3.5599999999999681</c:v>
                </c:pt>
                <c:pt idx="357">
                  <c:v>3.5699999999999679</c:v>
                </c:pt>
                <c:pt idx="358">
                  <c:v>3.5799999999999677</c:v>
                </c:pt>
                <c:pt idx="359">
                  <c:v>3.5899999999999674</c:v>
                </c:pt>
                <c:pt idx="360">
                  <c:v>3.5999999999999672</c:v>
                </c:pt>
                <c:pt idx="361">
                  <c:v>3.609999999999967</c:v>
                </c:pt>
                <c:pt idx="362">
                  <c:v>3.6199999999999668</c:v>
                </c:pt>
                <c:pt idx="363">
                  <c:v>3.6299999999999666</c:v>
                </c:pt>
                <c:pt idx="364">
                  <c:v>3.6399999999999664</c:v>
                </c:pt>
                <c:pt idx="365">
                  <c:v>3.6499999999999662</c:v>
                </c:pt>
                <c:pt idx="366">
                  <c:v>3.6599999999999659</c:v>
                </c:pt>
                <c:pt idx="367">
                  <c:v>3.6699999999999657</c:v>
                </c:pt>
                <c:pt idx="368">
                  <c:v>3.6799999999999655</c:v>
                </c:pt>
                <c:pt idx="369">
                  <c:v>3.6899999999999653</c:v>
                </c:pt>
                <c:pt idx="370">
                  <c:v>3.6999999999999651</c:v>
                </c:pt>
                <c:pt idx="371">
                  <c:v>3.7099999999999649</c:v>
                </c:pt>
                <c:pt idx="372">
                  <c:v>3.7199999999999647</c:v>
                </c:pt>
                <c:pt idx="373">
                  <c:v>3.7299999999999645</c:v>
                </c:pt>
                <c:pt idx="374">
                  <c:v>3.7399999999999642</c:v>
                </c:pt>
                <c:pt idx="375">
                  <c:v>3.749999999999964</c:v>
                </c:pt>
                <c:pt idx="376">
                  <c:v>3.7599999999999638</c:v>
                </c:pt>
                <c:pt idx="377">
                  <c:v>3.7699999999999636</c:v>
                </c:pt>
                <c:pt idx="378">
                  <c:v>3.7799999999999634</c:v>
                </c:pt>
                <c:pt idx="379">
                  <c:v>3.7899999999999632</c:v>
                </c:pt>
                <c:pt idx="380">
                  <c:v>3.799999999999963</c:v>
                </c:pt>
                <c:pt idx="381">
                  <c:v>3.8099999999999627</c:v>
                </c:pt>
                <c:pt idx="382">
                  <c:v>3.8199999999999625</c:v>
                </c:pt>
                <c:pt idx="383">
                  <c:v>3.8299999999999623</c:v>
                </c:pt>
                <c:pt idx="384">
                  <c:v>3.8399999999999621</c:v>
                </c:pt>
                <c:pt idx="385">
                  <c:v>3.8499999999999619</c:v>
                </c:pt>
                <c:pt idx="386">
                  <c:v>3.8599999999999617</c:v>
                </c:pt>
                <c:pt idx="387">
                  <c:v>3.8699999999999615</c:v>
                </c:pt>
                <c:pt idx="388">
                  <c:v>3.8799999999999613</c:v>
                </c:pt>
                <c:pt idx="389">
                  <c:v>3.889999999999961</c:v>
                </c:pt>
                <c:pt idx="390">
                  <c:v>3.8999999999999608</c:v>
                </c:pt>
                <c:pt idx="391">
                  <c:v>3.9099999999999606</c:v>
                </c:pt>
                <c:pt idx="392">
                  <c:v>3.9199999999999604</c:v>
                </c:pt>
                <c:pt idx="393">
                  <c:v>3.9299999999999602</c:v>
                </c:pt>
                <c:pt idx="394">
                  <c:v>3.93999999999996</c:v>
                </c:pt>
                <c:pt idx="395">
                  <c:v>3.9499999999999598</c:v>
                </c:pt>
                <c:pt idx="396">
                  <c:v>3.9599999999999596</c:v>
                </c:pt>
                <c:pt idx="397">
                  <c:v>3.9699999999999593</c:v>
                </c:pt>
                <c:pt idx="398">
                  <c:v>3.9799999999999591</c:v>
                </c:pt>
                <c:pt idx="399">
                  <c:v>3.9899999999999589</c:v>
                </c:pt>
                <c:pt idx="400">
                  <c:v>3.9999999999999587</c:v>
                </c:pt>
                <c:pt idx="401">
                  <c:v>4.0099999999999589</c:v>
                </c:pt>
                <c:pt idx="402">
                  <c:v>4.0199999999999587</c:v>
                </c:pt>
                <c:pt idx="403">
                  <c:v>4.0299999999999585</c:v>
                </c:pt>
                <c:pt idx="404">
                  <c:v>4.0399999999999583</c:v>
                </c:pt>
                <c:pt idx="405">
                  <c:v>4.0499999999999581</c:v>
                </c:pt>
                <c:pt idx="406">
                  <c:v>4.0599999999999579</c:v>
                </c:pt>
                <c:pt idx="407">
                  <c:v>4.0699999999999577</c:v>
                </c:pt>
                <c:pt idx="408">
                  <c:v>4.0799999999999574</c:v>
                </c:pt>
                <c:pt idx="409">
                  <c:v>4.0899999999999572</c:v>
                </c:pt>
                <c:pt idx="410">
                  <c:v>4.099999999999957</c:v>
                </c:pt>
                <c:pt idx="411">
                  <c:v>4.1099999999999568</c:v>
                </c:pt>
                <c:pt idx="412">
                  <c:v>4.1199999999999566</c:v>
                </c:pt>
                <c:pt idx="413">
                  <c:v>4.1299999999999564</c:v>
                </c:pt>
                <c:pt idx="414">
                  <c:v>4.1399999999999562</c:v>
                </c:pt>
                <c:pt idx="415">
                  <c:v>4.1499999999999559</c:v>
                </c:pt>
                <c:pt idx="416">
                  <c:v>4.1599999999999557</c:v>
                </c:pt>
                <c:pt idx="417">
                  <c:v>4.1699999999999555</c:v>
                </c:pt>
                <c:pt idx="418">
                  <c:v>4.1799999999999553</c:v>
                </c:pt>
                <c:pt idx="419">
                  <c:v>4.1899999999999551</c:v>
                </c:pt>
                <c:pt idx="420">
                  <c:v>4.1999999999999549</c:v>
                </c:pt>
                <c:pt idx="421">
                  <c:v>4.2099999999999547</c:v>
                </c:pt>
                <c:pt idx="422">
                  <c:v>4.2199999999999545</c:v>
                </c:pt>
                <c:pt idx="423">
                  <c:v>4.2299999999999542</c:v>
                </c:pt>
                <c:pt idx="424">
                  <c:v>4.239999999999954</c:v>
                </c:pt>
                <c:pt idx="425">
                  <c:v>4.2499999999999538</c:v>
                </c:pt>
                <c:pt idx="426">
                  <c:v>4.2599999999999536</c:v>
                </c:pt>
                <c:pt idx="427">
                  <c:v>4.2699999999999534</c:v>
                </c:pt>
                <c:pt idx="428">
                  <c:v>4.2799999999999532</c:v>
                </c:pt>
                <c:pt idx="429">
                  <c:v>4.289999999999953</c:v>
                </c:pt>
                <c:pt idx="430">
                  <c:v>4.2999999999999527</c:v>
                </c:pt>
                <c:pt idx="431">
                  <c:v>4.3099999999999525</c:v>
                </c:pt>
                <c:pt idx="432">
                  <c:v>4.3199999999999523</c:v>
                </c:pt>
                <c:pt idx="433">
                  <c:v>4.3299999999999521</c:v>
                </c:pt>
                <c:pt idx="434">
                  <c:v>4.3399999999999519</c:v>
                </c:pt>
                <c:pt idx="435">
                  <c:v>4.3499999999999517</c:v>
                </c:pt>
                <c:pt idx="436">
                  <c:v>4.3599999999999515</c:v>
                </c:pt>
                <c:pt idx="437">
                  <c:v>4.3699999999999513</c:v>
                </c:pt>
                <c:pt idx="438">
                  <c:v>4.379999999999951</c:v>
                </c:pt>
                <c:pt idx="439">
                  <c:v>4.3899999999999508</c:v>
                </c:pt>
                <c:pt idx="440">
                  <c:v>4.3999999999999506</c:v>
                </c:pt>
                <c:pt idx="441">
                  <c:v>4.4099999999999504</c:v>
                </c:pt>
                <c:pt idx="442">
                  <c:v>4.4199999999999502</c:v>
                </c:pt>
                <c:pt idx="443">
                  <c:v>4.42999999999995</c:v>
                </c:pt>
                <c:pt idx="444">
                  <c:v>4.4399999999999498</c:v>
                </c:pt>
                <c:pt idx="445">
                  <c:v>4.4499999999999496</c:v>
                </c:pt>
                <c:pt idx="446">
                  <c:v>4.4599999999999493</c:v>
                </c:pt>
                <c:pt idx="447">
                  <c:v>4.4699999999999491</c:v>
                </c:pt>
                <c:pt idx="448">
                  <c:v>4.4799999999999489</c:v>
                </c:pt>
                <c:pt idx="449">
                  <c:v>4.4899999999999487</c:v>
                </c:pt>
                <c:pt idx="450">
                  <c:v>4.4999999999999485</c:v>
                </c:pt>
                <c:pt idx="451">
                  <c:v>4.5099999999999483</c:v>
                </c:pt>
                <c:pt idx="452">
                  <c:v>4.5199999999999481</c:v>
                </c:pt>
                <c:pt idx="453">
                  <c:v>4.5299999999999478</c:v>
                </c:pt>
                <c:pt idx="454">
                  <c:v>4.5399999999999476</c:v>
                </c:pt>
                <c:pt idx="455">
                  <c:v>4.5499999999999474</c:v>
                </c:pt>
                <c:pt idx="456">
                  <c:v>4.5599999999999472</c:v>
                </c:pt>
                <c:pt idx="457">
                  <c:v>4.569999999999947</c:v>
                </c:pt>
                <c:pt idx="458">
                  <c:v>4.5799999999999468</c:v>
                </c:pt>
                <c:pt idx="459">
                  <c:v>4.5899999999999466</c:v>
                </c:pt>
                <c:pt idx="460">
                  <c:v>4.5999999999999464</c:v>
                </c:pt>
                <c:pt idx="461">
                  <c:v>4.6099999999999461</c:v>
                </c:pt>
                <c:pt idx="462">
                  <c:v>4.6199999999999459</c:v>
                </c:pt>
                <c:pt idx="463">
                  <c:v>4.6299999999999457</c:v>
                </c:pt>
                <c:pt idx="464">
                  <c:v>4.6399999999999455</c:v>
                </c:pt>
                <c:pt idx="465">
                  <c:v>4.6499999999999453</c:v>
                </c:pt>
                <c:pt idx="466">
                  <c:v>4.6599999999999451</c:v>
                </c:pt>
                <c:pt idx="467">
                  <c:v>4.6699999999999449</c:v>
                </c:pt>
                <c:pt idx="468">
                  <c:v>4.6799999999999446</c:v>
                </c:pt>
                <c:pt idx="469">
                  <c:v>4.6899999999999444</c:v>
                </c:pt>
                <c:pt idx="470">
                  <c:v>4.6999999999999442</c:v>
                </c:pt>
                <c:pt idx="471">
                  <c:v>4.709999999999944</c:v>
                </c:pt>
                <c:pt idx="472">
                  <c:v>4.7199999999999438</c:v>
                </c:pt>
                <c:pt idx="473">
                  <c:v>4.7299999999999436</c:v>
                </c:pt>
                <c:pt idx="474">
                  <c:v>4.7399999999999434</c:v>
                </c:pt>
                <c:pt idx="475">
                  <c:v>4.7499999999999432</c:v>
                </c:pt>
                <c:pt idx="476">
                  <c:v>4.7599999999999429</c:v>
                </c:pt>
                <c:pt idx="477">
                  <c:v>4.7699999999999427</c:v>
                </c:pt>
                <c:pt idx="478">
                  <c:v>4.7799999999999425</c:v>
                </c:pt>
                <c:pt idx="479">
                  <c:v>4.7899999999999423</c:v>
                </c:pt>
                <c:pt idx="480">
                  <c:v>4.7999999999999421</c:v>
                </c:pt>
                <c:pt idx="481">
                  <c:v>4.8099999999999419</c:v>
                </c:pt>
                <c:pt idx="482">
                  <c:v>4.8199999999999417</c:v>
                </c:pt>
                <c:pt idx="483">
                  <c:v>4.8299999999999415</c:v>
                </c:pt>
                <c:pt idx="484">
                  <c:v>4.8399999999999412</c:v>
                </c:pt>
                <c:pt idx="485">
                  <c:v>4.849999999999941</c:v>
                </c:pt>
                <c:pt idx="486">
                  <c:v>4.8599999999999408</c:v>
                </c:pt>
                <c:pt idx="487">
                  <c:v>4.8699999999999406</c:v>
                </c:pt>
                <c:pt idx="488">
                  <c:v>4.8799999999999404</c:v>
                </c:pt>
                <c:pt idx="489">
                  <c:v>4.8899999999999402</c:v>
                </c:pt>
                <c:pt idx="490">
                  <c:v>4.89999999999994</c:v>
                </c:pt>
                <c:pt idx="491">
                  <c:v>4.9099999999999397</c:v>
                </c:pt>
                <c:pt idx="492">
                  <c:v>4.9199999999999395</c:v>
                </c:pt>
                <c:pt idx="493">
                  <c:v>4.9299999999999393</c:v>
                </c:pt>
                <c:pt idx="494">
                  <c:v>4.9399999999999391</c:v>
                </c:pt>
                <c:pt idx="495">
                  <c:v>4.9499999999999389</c:v>
                </c:pt>
                <c:pt idx="496">
                  <c:v>4.9599999999999387</c:v>
                </c:pt>
                <c:pt idx="497">
                  <c:v>4.9699999999999385</c:v>
                </c:pt>
                <c:pt idx="498">
                  <c:v>4.9799999999999383</c:v>
                </c:pt>
                <c:pt idx="499">
                  <c:v>4.989999999999938</c:v>
                </c:pt>
                <c:pt idx="500">
                  <c:v>4.9999999999999378</c:v>
                </c:pt>
                <c:pt idx="501">
                  <c:v>5.0099999999999376</c:v>
                </c:pt>
                <c:pt idx="502">
                  <c:v>5.0199999999999374</c:v>
                </c:pt>
                <c:pt idx="503">
                  <c:v>5.0299999999999372</c:v>
                </c:pt>
                <c:pt idx="504">
                  <c:v>5.039999999999937</c:v>
                </c:pt>
                <c:pt idx="505">
                  <c:v>5.0499999999999368</c:v>
                </c:pt>
                <c:pt idx="506">
                  <c:v>5.0599999999999365</c:v>
                </c:pt>
                <c:pt idx="507">
                  <c:v>5.0699999999999363</c:v>
                </c:pt>
                <c:pt idx="508">
                  <c:v>5.0799999999999361</c:v>
                </c:pt>
                <c:pt idx="509">
                  <c:v>5.0899999999999359</c:v>
                </c:pt>
                <c:pt idx="510">
                  <c:v>5.0999999999999357</c:v>
                </c:pt>
                <c:pt idx="511">
                  <c:v>5.1099999999999355</c:v>
                </c:pt>
                <c:pt idx="512">
                  <c:v>5.1199999999999353</c:v>
                </c:pt>
                <c:pt idx="513">
                  <c:v>5.1299999999999351</c:v>
                </c:pt>
                <c:pt idx="514">
                  <c:v>5.1399999999999348</c:v>
                </c:pt>
                <c:pt idx="515">
                  <c:v>5.1499999999999346</c:v>
                </c:pt>
                <c:pt idx="516">
                  <c:v>5.1599999999999344</c:v>
                </c:pt>
                <c:pt idx="517">
                  <c:v>5.1699999999999342</c:v>
                </c:pt>
                <c:pt idx="518">
                  <c:v>5.179999999999934</c:v>
                </c:pt>
                <c:pt idx="519">
                  <c:v>5.1899999999999338</c:v>
                </c:pt>
                <c:pt idx="520">
                  <c:v>5.1999999999999336</c:v>
                </c:pt>
                <c:pt idx="521">
                  <c:v>5.2099999999999334</c:v>
                </c:pt>
                <c:pt idx="522">
                  <c:v>5.2199999999999331</c:v>
                </c:pt>
                <c:pt idx="523">
                  <c:v>5.2299999999999329</c:v>
                </c:pt>
                <c:pt idx="524">
                  <c:v>5.2399999999999327</c:v>
                </c:pt>
                <c:pt idx="525">
                  <c:v>5.2499999999999325</c:v>
                </c:pt>
                <c:pt idx="526">
                  <c:v>5.2599999999999323</c:v>
                </c:pt>
                <c:pt idx="527">
                  <c:v>5.2699999999999321</c:v>
                </c:pt>
                <c:pt idx="528">
                  <c:v>5.2799999999999319</c:v>
                </c:pt>
                <c:pt idx="529">
                  <c:v>5.2899999999999316</c:v>
                </c:pt>
                <c:pt idx="530">
                  <c:v>5.2999999999999314</c:v>
                </c:pt>
                <c:pt idx="531">
                  <c:v>5.3099999999999312</c:v>
                </c:pt>
                <c:pt idx="532">
                  <c:v>5.319999999999931</c:v>
                </c:pt>
                <c:pt idx="533">
                  <c:v>5.3299999999999308</c:v>
                </c:pt>
                <c:pt idx="534">
                  <c:v>5.3399999999999306</c:v>
                </c:pt>
                <c:pt idx="535">
                  <c:v>5.3499999999999304</c:v>
                </c:pt>
                <c:pt idx="536">
                  <c:v>5.3599999999999302</c:v>
                </c:pt>
                <c:pt idx="537">
                  <c:v>5.3699999999999299</c:v>
                </c:pt>
                <c:pt idx="538">
                  <c:v>5.3799999999999297</c:v>
                </c:pt>
                <c:pt idx="539">
                  <c:v>5.3899999999999295</c:v>
                </c:pt>
                <c:pt idx="540">
                  <c:v>5.3999999999999293</c:v>
                </c:pt>
                <c:pt idx="541">
                  <c:v>5.4099999999999291</c:v>
                </c:pt>
                <c:pt idx="542">
                  <c:v>5.4199999999999289</c:v>
                </c:pt>
                <c:pt idx="543">
                  <c:v>5.4299999999999287</c:v>
                </c:pt>
                <c:pt idx="544">
                  <c:v>5.4399999999999284</c:v>
                </c:pt>
                <c:pt idx="545">
                  <c:v>5.4499999999999282</c:v>
                </c:pt>
                <c:pt idx="546">
                  <c:v>5.459999999999928</c:v>
                </c:pt>
                <c:pt idx="547">
                  <c:v>5.4699999999999278</c:v>
                </c:pt>
                <c:pt idx="548">
                  <c:v>5.4799999999999276</c:v>
                </c:pt>
                <c:pt idx="549">
                  <c:v>5.4899999999999274</c:v>
                </c:pt>
                <c:pt idx="550">
                  <c:v>5.4999999999999272</c:v>
                </c:pt>
                <c:pt idx="551">
                  <c:v>5.509999999999927</c:v>
                </c:pt>
                <c:pt idx="552">
                  <c:v>5.5199999999999267</c:v>
                </c:pt>
                <c:pt idx="553">
                  <c:v>5.5299999999999265</c:v>
                </c:pt>
                <c:pt idx="554">
                  <c:v>5.5399999999999263</c:v>
                </c:pt>
                <c:pt idx="555">
                  <c:v>5.5499999999999261</c:v>
                </c:pt>
                <c:pt idx="556">
                  <c:v>5.5599999999999259</c:v>
                </c:pt>
                <c:pt idx="557">
                  <c:v>5.5699999999999257</c:v>
                </c:pt>
                <c:pt idx="558">
                  <c:v>5.5799999999999255</c:v>
                </c:pt>
                <c:pt idx="559">
                  <c:v>5.5899999999999253</c:v>
                </c:pt>
                <c:pt idx="560">
                  <c:v>5.599999999999925</c:v>
                </c:pt>
                <c:pt idx="561">
                  <c:v>5.6099999999999248</c:v>
                </c:pt>
                <c:pt idx="562">
                  <c:v>5.6199999999999246</c:v>
                </c:pt>
                <c:pt idx="563">
                  <c:v>5.6299999999999244</c:v>
                </c:pt>
                <c:pt idx="564">
                  <c:v>5.6399999999999242</c:v>
                </c:pt>
                <c:pt idx="565">
                  <c:v>5.649999999999924</c:v>
                </c:pt>
                <c:pt idx="566">
                  <c:v>5.6599999999999238</c:v>
                </c:pt>
                <c:pt idx="567">
                  <c:v>5.6699999999999235</c:v>
                </c:pt>
                <c:pt idx="568">
                  <c:v>5.6799999999999233</c:v>
                </c:pt>
                <c:pt idx="569">
                  <c:v>5.6899999999999231</c:v>
                </c:pt>
                <c:pt idx="570">
                  <c:v>5.6999999999999229</c:v>
                </c:pt>
                <c:pt idx="571">
                  <c:v>5.7099999999999227</c:v>
                </c:pt>
                <c:pt idx="572">
                  <c:v>5.7199999999999225</c:v>
                </c:pt>
                <c:pt idx="573">
                  <c:v>5.7299999999999223</c:v>
                </c:pt>
                <c:pt idx="574">
                  <c:v>5.7399999999999221</c:v>
                </c:pt>
                <c:pt idx="575">
                  <c:v>5.7499999999999218</c:v>
                </c:pt>
                <c:pt idx="576">
                  <c:v>5.7599999999999216</c:v>
                </c:pt>
                <c:pt idx="577">
                  <c:v>5.7699999999999214</c:v>
                </c:pt>
                <c:pt idx="578">
                  <c:v>5.7799999999999212</c:v>
                </c:pt>
                <c:pt idx="579">
                  <c:v>5.789999999999921</c:v>
                </c:pt>
                <c:pt idx="580">
                  <c:v>5.7999999999999208</c:v>
                </c:pt>
                <c:pt idx="581">
                  <c:v>5.8099999999999206</c:v>
                </c:pt>
                <c:pt idx="582">
                  <c:v>5.8199999999999203</c:v>
                </c:pt>
                <c:pt idx="583">
                  <c:v>5.8299999999999201</c:v>
                </c:pt>
                <c:pt idx="584">
                  <c:v>5.8399999999999199</c:v>
                </c:pt>
                <c:pt idx="585">
                  <c:v>5.8499999999999197</c:v>
                </c:pt>
                <c:pt idx="586">
                  <c:v>5.8599999999999195</c:v>
                </c:pt>
                <c:pt idx="587">
                  <c:v>5.8699999999999193</c:v>
                </c:pt>
                <c:pt idx="588">
                  <c:v>5.8799999999999191</c:v>
                </c:pt>
                <c:pt idx="589">
                  <c:v>5.8899999999999189</c:v>
                </c:pt>
                <c:pt idx="590">
                  <c:v>5.8999999999999186</c:v>
                </c:pt>
                <c:pt idx="591">
                  <c:v>5.9099999999999184</c:v>
                </c:pt>
                <c:pt idx="592">
                  <c:v>5.9199999999999182</c:v>
                </c:pt>
                <c:pt idx="593">
                  <c:v>5.929999999999918</c:v>
                </c:pt>
                <c:pt idx="594">
                  <c:v>5.9399999999999178</c:v>
                </c:pt>
                <c:pt idx="595">
                  <c:v>5.9499999999999176</c:v>
                </c:pt>
                <c:pt idx="596">
                  <c:v>5.9599999999999174</c:v>
                </c:pt>
                <c:pt idx="597">
                  <c:v>5.9699999999999172</c:v>
                </c:pt>
                <c:pt idx="598">
                  <c:v>5.9799999999999169</c:v>
                </c:pt>
                <c:pt idx="599">
                  <c:v>5.9899999999999167</c:v>
                </c:pt>
                <c:pt idx="600">
                  <c:v>5.9999999999999165</c:v>
                </c:pt>
                <c:pt idx="601">
                  <c:v>6.0099999999999163</c:v>
                </c:pt>
                <c:pt idx="602">
                  <c:v>6.0199999999999161</c:v>
                </c:pt>
                <c:pt idx="603">
                  <c:v>6.0299999999999159</c:v>
                </c:pt>
                <c:pt idx="604">
                  <c:v>6.0399999999999157</c:v>
                </c:pt>
                <c:pt idx="605">
                  <c:v>6.0499999999999154</c:v>
                </c:pt>
                <c:pt idx="606">
                  <c:v>6.0599999999999152</c:v>
                </c:pt>
                <c:pt idx="607">
                  <c:v>6.069999999999915</c:v>
                </c:pt>
                <c:pt idx="608">
                  <c:v>6.0799999999999148</c:v>
                </c:pt>
                <c:pt idx="609">
                  <c:v>6.0899999999999146</c:v>
                </c:pt>
                <c:pt idx="610">
                  <c:v>6.0999999999999144</c:v>
                </c:pt>
                <c:pt idx="611">
                  <c:v>6.1099999999999142</c:v>
                </c:pt>
                <c:pt idx="612">
                  <c:v>6.119999999999914</c:v>
                </c:pt>
                <c:pt idx="613">
                  <c:v>6.1299999999999137</c:v>
                </c:pt>
                <c:pt idx="614">
                  <c:v>6.1399999999999135</c:v>
                </c:pt>
                <c:pt idx="615">
                  <c:v>6.1499999999999133</c:v>
                </c:pt>
                <c:pt idx="616">
                  <c:v>6.1599999999999131</c:v>
                </c:pt>
                <c:pt idx="617">
                  <c:v>6.1699999999999129</c:v>
                </c:pt>
                <c:pt idx="618">
                  <c:v>6.1799999999999127</c:v>
                </c:pt>
                <c:pt idx="619">
                  <c:v>6.1899999999999125</c:v>
                </c:pt>
                <c:pt idx="620">
                  <c:v>6.1999999999999122</c:v>
                </c:pt>
                <c:pt idx="621">
                  <c:v>6.209999999999912</c:v>
                </c:pt>
                <c:pt idx="622">
                  <c:v>6.2199999999999118</c:v>
                </c:pt>
                <c:pt idx="623">
                  <c:v>6.2299999999999116</c:v>
                </c:pt>
                <c:pt idx="624">
                  <c:v>6.2399999999999114</c:v>
                </c:pt>
                <c:pt idx="625">
                  <c:v>6.2499999999999112</c:v>
                </c:pt>
                <c:pt idx="626">
                  <c:v>6.259999999999911</c:v>
                </c:pt>
                <c:pt idx="627">
                  <c:v>6.2699999999999108</c:v>
                </c:pt>
                <c:pt idx="628">
                  <c:v>6.2799999999999105</c:v>
                </c:pt>
                <c:pt idx="629">
                  <c:v>6.2899999999999103</c:v>
                </c:pt>
                <c:pt idx="630">
                  <c:v>6.2999999999999101</c:v>
                </c:pt>
                <c:pt idx="631">
                  <c:v>6.3099999999999099</c:v>
                </c:pt>
                <c:pt idx="632">
                  <c:v>6.3199999999999097</c:v>
                </c:pt>
                <c:pt idx="633">
                  <c:v>6.3299999999999095</c:v>
                </c:pt>
                <c:pt idx="634">
                  <c:v>6.3399999999999093</c:v>
                </c:pt>
                <c:pt idx="635">
                  <c:v>6.3499999999999091</c:v>
                </c:pt>
                <c:pt idx="636">
                  <c:v>6.3599999999999088</c:v>
                </c:pt>
                <c:pt idx="637">
                  <c:v>6.3699999999999086</c:v>
                </c:pt>
                <c:pt idx="638">
                  <c:v>6.3799999999999084</c:v>
                </c:pt>
                <c:pt idx="639">
                  <c:v>6.3899999999999082</c:v>
                </c:pt>
                <c:pt idx="640">
                  <c:v>6.399999999999908</c:v>
                </c:pt>
                <c:pt idx="641">
                  <c:v>6.4099999999999078</c:v>
                </c:pt>
                <c:pt idx="642">
                  <c:v>6.4199999999999076</c:v>
                </c:pt>
                <c:pt idx="643">
                  <c:v>6.4299999999999073</c:v>
                </c:pt>
                <c:pt idx="644">
                  <c:v>6.4399999999999071</c:v>
                </c:pt>
                <c:pt idx="645">
                  <c:v>6.4499999999999069</c:v>
                </c:pt>
                <c:pt idx="646">
                  <c:v>6.4599999999999067</c:v>
                </c:pt>
                <c:pt idx="647">
                  <c:v>6.4699999999999065</c:v>
                </c:pt>
                <c:pt idx="648">
                  <c:v>6.4799999999999063</c:v>
                </c:pt>
                <c:pt idx="649">
                  <c:v>6.4899999999999061</c:v>
                </c:pt>
                <c:pt idx="650">
                  <c:v>6.4999999999999059</c:v>
                </c:pt>
                <c:pt idx="651">
                  <c:v>6.5099999999999056</c:v>
                </c:pt>
                <c:pt idx="652">
                  <c:v>6.5199999999999054</c:v>
                </c:pt>
                <c:pt idx="653">
                  <c:v>6.5299999999999052</c:v>
                </c:pt>
                <c:pt idx="654">
                  <c:v>6.539999999999905</c:v>
                </c:pt>
                <c:pt idx="655">
                  <c:v>6.5499999999999048</c:v>
                </c:pt>
                <c:pt idx="656">
                  <c:v>6.5599999999999046</c:v>
                </c:pt>
                <c:pt idx="657">
                  <c:v>6.5699999999999044</c:v>
                </c:pt>
                <c:pt idx="658">
                  <c:v>6.5799999999999041</c:v>
                </c:pt>
                <c:pt idx="659">
                  <c:v>6.5899999999999039</c:v>
                </c:pt>
                <c:pt idx="660">
                  <c:v>6.5999999999999037</c:v>
                </c:pt>
                <c:pt idx="661">
                  <c:v>6.6099999999999035</c:v>
                </c:pt>
                <c:pt idx="662">
                  <c:v>6.6199999999999033</c:v>
                </c:pt>
                <c:pt idx="663">
                  <c:v>6.6299999999999031</c:v>
                </c:pt>
                <c:pt idx="664">
                  <c:v>6.6399999999999029</c:v>
                </c:pt>
                <c:pt idx="665">
                  <c:v>6.6499999999999027</c:v>
                </c:pt>
                <c:pt idx="666">
                  <c:v>6.6599999999999024</c:v>
                </c:pt>
                <c:pt idx="667">
                  <c:v>6.6699999999999022</c:v>
                </c:pt>
                <c:pt idx="668">
                  <c:v>6.679999999999902</c:v>
                </c:pt>
                <c:pt idx="669">
                  <c:v>6.6899999999999018</c:v>
                </c:pt>
                <c:pt idx="670">
                  <c:v>6.6999999999999016</c:v>
                </c:pt>
                <c:pt idx="671">
                  <c:v>6.7099999999999014</c:v>
                </c:pt>
                <c:pt idx="672">
                  <c:v>6.7199999999999012</c:v>
                </c:pt>
                <c:pt idx="673">
                  <c:v>6.729999999999901</c:v>
                </c:pt>
                <c:pt idx="674">
                  <c:v>6.7399999999999007</c:v>
                </c:pt>
                <c:pt idx="675">
                  <c:v>6.7499999999999005</c:v>
                </c:pt>
                <c:pt idx="676">
                  <c:v>6.7599999999999003</c:v>
                </c:pt>
                <c:pt idx="677">
                  <c:v>6.7699999999999001</c:v>
                </c:pt>
                <c:pt idx="678">
                  <c:v>6.7799999999998999</c:v>
                </c:pt>
                <c:pt idx="679">
                  <c:v>6.7899999999998997</c:v>
                </c:pt>
                <c:pt idx="680">
                  <c:v>6.7999999999998995</c:v>
                </c:pt>
                <c:pt idx="681">
                  <c:v>6.8099999999998992</c:v>
                </c:pt>
                <c:pt idx="682">
                  <c:v>6.819999999999899</c:v>
                </c:pt>
                <c:pt idx="683">
                  <c:v>6.8299999999998988</c:v>
                </c:pt>
                <c:pt idx="684">
                  <c:v>6.8399999999998986</c:v>
                </c:pt>
                <c:pt idx="685">
                  <c:v>6.8499999999998984</c:v>
                </c:pt>
                <c:pt idx="686">
                  <c:v>6.8599999999998982</c:v>
                </c:pt>
                <c:pt idx="687">
                  <c:v>6.869999999999898</c:v>
                </c:pt>
                <c:pt idx="688">
                  <c:v>6.8799999999998978</c:v>
                </c:pt>
                <c:pt idx="689">
                  <c:v>6.8899999999998975</c:v>
                </c:pt>
                <c:pt idx="690">
                  <c:v>6.8999999999998973</c:v>
                </c:pt>
                <c:pt idx="691">
                  <c:v>6.9099999999998971</c:v>
                </c:pt>
                <c:pt idx="692">
                  <c:v>6.9199999999998969</c:v>
                </c:pt>
                <c:pt idx="693">
                  <c:v>6.9299999999998967</c:v>
                </c:pt>
                <c:pt idx="694">
                  <c:v>6.9399999999998965</c:v>
                </c:pt>
                <c:pt idx="695">
                  <c:v>6.9499999999998963</c:v>
                </c:pt>
                <c:pt idx="696">
                  <c:v>6.959999999999896</c:v>
                </c:pt>
                <c:pt idx="697">
                  <c:v>6.9699999999998958</c:v>
                </c:pt>
                <c:pt idx="698">
                  <c:v>6.9799999999998956</c:v>
                </c:pt>
                <c:pt idx="699">
                  <c:v>6.9899999999998954</c:v>
                </c:pt>
                <c:pt idx="700">
                  <c:v>6.9999999999998952</c:v>
                </c:pt>
                <c:pt idx="701">
                  <c:v>7.009999999999895</c:v>
                </c:pt>
                <c:pt idx="702">
                  <c:v>7.0199999999998948</c:v>
                </c:pt>
                <c:pt idx="703">
                  <c:v>7.0299999999998946</c:v>
                </c:pt>
                <c:pt idx="704">
                  <c:v>7.0399999999998943</c:v>
                </c:pt>
                <c:pt idx="705">
                  <c:v>7.0499999999998941</c:v>
                </c:pt>
                <c:pt idx="706">
                  <c:v>7.0599999999998939</c:v>
                </c:pt>
                <c:pt idx="707">
                  <c:v>7.0699999999998937</c:v>
                </c:pt>
                <c:pt idx="708">
                  <c:v>7.0799999999998935</c:v>
                </c:pt>
                <c:pt idx="709">
                  <c:v>7.0899999999998933</c:v>
                </c:pt>
                <c:pt idx="710">
                  <c:v>7.0999999999998931</c:v>
                </c:pt>
                <c:pt idx="711">
                  <c:v>7.1099999999998929</c:v>
                </c:pt>
                <c:pt idx="712">
                  <c:v>7.1199999999998926</c:v>
                </c:pt>
                <c:pt idx="713">
                  <c:v>7.1299999999998924</c:v>
                </c:pt>
                <c:pt idx="714">
                  <c:v>7.1399999999998922</c:v>
                </c:pt>
                <c:pt idx="715">
                  <c:v>7.149999999999892</c:v>
                </c:pt>
                <c:pt idx="716">
                  <c:v>7.1599999999998918</c:v>
                </c:pt>
                <c:pt idx="717">
                  <c:v>7.1699999999998916</c:v>
                </c:pt>
                <c:pt idx="718">
                  <c:v>7.1799999999998914</c:v>
                </c:pt>
                <c:pt idx="719">
                  <c:v>7.1899999999998911</c:v>
                </c:pt>
                <c:pt idx="720">
                  <c:v>7.1999999999998909</c:v>
                </c:pt>
                <c:pt idx="721">
                  <c:v>7.2099999999998907</c:v>
                </c:pt>
                <c:pt idx="722">
                  <c:v>7.2199999999998905</c:v>
                </c:pt>
                <c:pt idx="723">
                  <c:v>7.2299999999998903</c:v>
                </c:pt>
                <c:pt idx="724">
                  <c:v>7.2399999999998901</c:v>
                </c:pt>
                <c:pt idx="725">
                  <c:v>7.2499999999998899</c:v>
                </c:pt>
                <c:pt idx="726">
                  <c:v>7.2599999999998897</c:v>
                </c:pt>
                <c:pt idx="727">
                  <c:v>7.2699999999998894</c:v>
                </c:pt>
                <c:pt idx="728">
                  <c:v>7.2799999999998892</c:v>
                </c:pt>
                <c:pt idx="729">
                  <c:v>7.289999999999889</c:v>
                </c:pt>
                <c:pt idx="730">
                  <c:v>7.2999999999998888</c:v>
                </c:pt>
                <c:pt idx="731">
                  <c:v>7.3099999999998886</c:v>
                </c:pt>
                <c:pt idx="732">
                  <c:v>7.3199999999998884</c:v>
                </c:pt>
                <c:pt idx="733">
                  <c:v>7.3299999999998882</c:v>
                </c:pt>
                <c:pt idx="734">
                  <c:v>7.3399999999998879</c:v>
                </c:pt>
                <c:pt idx="735">
                  <c:v>7.3499999999998877</c:v>
                </c:pt>
                <c:pt idx="736">
                  <c:v>7.3599999999998875</c:v>
                </c:pt>
                <c:pt idx="737">
                  <c:v>7.3699999999998873</c:v>
                </c:pt>
                <c:pt idx="738">
                  <c:v>7.3799999999998871</c:v>
                </c:pt>
                <c:pt idx="739">
                  <c:v>7.3899999999998869</c:v>
                </c:pt>
                <c:pt idx="740">
                  <c:v>7.3999999999998867</c:v>
                </c:pt>
                <c:pt idx="741">
                  <c:v>7.4099999999998865</c:v>
                </c:pt>
                <c:pt idx="742">
                  <c:v>7.4199999999998862</c:v>
                </c:pt>
                <c:pt idx="743">
                  <c:v>7.429999999999886</c:v>
                </c:pt>
                <c:pt idx="744">
                  <c:v>7.4399999999998858</c:v>
                </c:pt>
                <c:pt idx="745">
                  <c:v>7.4499999999998856</c:v>
                </c:pt>
                <c:pt idx="746">
                  <c:v>7.4599999999998854</c:v>
                </c:pt>
                <c:pt idx="747">
                  <c:v>7.4699999999998852</c:v>
                </c:pt>
                <c:pt idx="748">
                  <c:v>7.479999999999885</c:v>
                </c:pt>
                <c:pt idx="749">
                  <c:v>7.4899999999998847</c:v>
                </c:pt>
                <c:pt idx="750">
                  <c:v>7.4999999999998845</c:v>
                </c:pt>
                <c:pt idx="751">
                  <c:v>7.5099999999998843</c:v>
                </c:pt>
                <c:pt idx="752">
                  <c:v>7.5199999999998841</c:v>
                </c:pt>
                <c:pt idx="753">
                  <c:v>7.5299999999998839</c:v>
                </c:pt>
                <c:pt idx="754">
                  <c:v>7.5399999999998837</c:v>
                </c:pt>
                <c:pt idx="755">
                  <c:v>7.5499999999998835</c:v>
                </c:pt>
                <c:pt idx="756">
                  <c:v>7.5599999999998833</c:v>
                </c:pt>
                <c:pt idx="757">
                  <c:v>7.569999999999883</c:v>
                </c:pt>
                <c:pt idx="758">
                  <c:v>7.5799999999998828</c:v>
                </c:pt>
                <c:pt idx="759">
                  <c:v>7.5899999999998826</c:v>
                </c:pt>
                <c:pt idx="760">
                  <c:v>7.5999999999998824</c:v>
                </c:pt>
                <c:pt idx="761">
                  <c:v>7.6099999999998822</c:v>
                </c:pt>
                <c:pt idx="762">
                  <c:v>7.619999999999882</c:v>
                </c:pt>
                <c:pt idx="763">
                  <c:v>7.6299999999998818</c:v>
                </c:pt>
                <c:pt idx="764">
                  <c:v>7.6399999999998816</c:v>
                </c:pt>
                <c:pt idx="765">
                  <c:v>7.6499999999998813</c:v>
                </c:pt>
                <c:pt idx="766">
                  <c:v>7.6599999999998811</c:v>
                </c:pt>
                <c:pt idx="767">
                  <c:v>7.6699999999998809</c:v>
                </c:pt>
                <c:pt idx="768">
                  <c:v>7.6799999999998807</c:v>
                </c:pt>
                <c:pt idx="769">
                  <c:v>7.6899999999998805</c:v>
                </c:pt>
                <c:pt idx="770">
                  <c:v>7.6999999999998803</c:v>
                </c:pt>
                <c:pt idx="771">
                  <c:v>7.7099999999998801</c:v>
                </c:pt>
                <c:pt idx="772">
                  <c:v>7.7199999999998798</c:v>
                </c:pt>
                <c:pt idx="773">
                  <c:v>7.7299999999998796</c:v>
                </c:pt>
                <c:pt idx="774">
                  <c:v>7.7399999999998794</c:v>
                </c:pt>
                <c:pt idx="775">
                  <c:v>7.7499999999998792</c:v>
                </c:pt>
                <c:pt idx="776">
                  <c:v>7.759999999999879</c:v>
                </c:pt>
                <c:pt idx="777">
                  <c:v>7.7699999999998788</c:v>
                </c:pt>
                <c:pt idx="778">
                  <c:v>7.7799999999998786</c:v>
                </c:pt>
                <c:pt idx="779">
                  <c:v>7.7899999999998784</c:v>
                </c:pt>
                <c:pt idx="780">
                  <c:v>7.7999999999998781</c:v>
                </c:pt>
                <c:pt idx="781">
                  <c:v>7.8099999999998779</c:v>
                </c:pt>
                <c:pt idx="782">
                  <c:v>7.8199999999998777</c:v>
                </c:pt>
                <c:pt idx="783">
                  <c:v>7.8299999999998775</c:v>
                </c:pt>
                <c:pt idx="784">
                  <c:v>7.8399999999998773</c:v>
                </c:pt>
                <c:pt idx="785">
                  <c:v>7.8499999999998771</c:v>
                </c:pt>
                <c:pt idx="786">
                  <c:v>7.8599999999998769</c:v>
                </c:pt>
                <c:pt idx="787">
                  <c:v>7.8699999999998766</c:v>
                </c:pt>
                <c:pt idx="788">
                  <c:v>7.8799999999998764</c:v>
                </c:pt>
                <c:pt idx="789">
                  <c:v>7.8899999999998762</c:v>
                </c:pt>
                <c:pt idx="790">
                  <c:v>7.899999999999876</c:v>
                </c:pt>
                <c:pt idx="791">
                  <c:v>7.9099999999998758</c:v>
                </c:pt>
                <c:pt idx="792">
                  <c:v>7.9199999999998756</c:v>
                </c:pt>
                <c:pt idx="793">
                  <c:v>7.9299999999998754</c:v>
                </c:pt>
                <c:pt idx="794">
                  <c:v>7.9399999999998752</c:v>
                </c:pt>
                <c:pt idx="795">
                  <c:v>7.9499999999998749</c:v>
                </c:pt>
                <c:pt idx="796">
                  <c:v>7.9599999999998747</c:v>
                </c:pt>
                <c:pt idx="797">
                  <c:v>7.9699999999998745</c:v>
                </c:pt>
                <c:pt idx="798">
                  <c:v>7.9799999999998743</c:v>
                </c:pt>
                <c:pt idx="799">
                  <c:v>7.9899999999998741</c:v>
                </c:pt>
                <c:pt idx="800">
                  <c:v>7.9999999999998739</c:v>
                </c:pt>
                <c:pt idx="801">
                  <c:v>8.0099999999998737</c:v>
                </c:pt>
                <c:pt idx="802">
                  <c:v>8.0199999999998735</c:v>
                </c:pt>
                <c:pt idx="803">
                  <c:v>8.0299999999998732</c:v>
                </c:pt>
                <c:pt idx="804">
                  <c:v>8.039999999999873</c:v>
                </c:pt>
                <c:pt idx="805">
                  <c:v>8.0499999999998728</c:v>
                </c:pt>
                <c:pt idx="806">
                  <c:v>8.0599999999998726</c:v>
                </c:pt>
                <c:pt idx="807">
                  <c:v>8.0699999999998724</c:v>
                </c:pt>
                <c:pt idx="808">
                  <c:v>8.0799999999998722</c:v>
                </c:pt>
                <c:pt idx="809">
                  <c:v>8.089999999999872</c:v>
                </c:pt>
                <c:pt idx="810">
                  <c:v>8.0999999999998717</c:v>
                </c:pt>
                <c:pt idx="811">
                  <c:v>8.1099999999998715</c:v>
                </c:pt>
                <c:pt idx="812">
                  <c:v>8.1199999999998713</c:v>
                </c:pt>
                <c:pt idx="813">
                  <c:v>8.1299999999998711</c:v>
                </c:pt>
                <c:pt idx="814">
                  <c:v>8.1399999999998709</c:v>
                </c:pt>
                <c:pt idx="815">
                  <c:v>8.1499999999998707</c:v>
                </c:pt>
                <c:pt idx="816">
                  <c:v>8.1599999999998705</c:v>
                </c:pt>
                <c:pt idx="817">
                  <c:v>8.1699999999998703</c:v>
                </c:pt>
                <c:pt idx="818">
                  <c:v>8.17999999999987</c:v>
                </c:pt>
                <c:pt idx="819">
                  <c:v>8.1899999999998698</c:v>
                </c:pt>
                <c:pt idx="820">
                  <c:v>8.1999999999998696</c:v>
                </c:pt>
                <c:pt idx="821">
                  <c:v>8.2099999999998694</c:v>
                </c:pt>
                <c:pt idx="822">
                  <c:v>8.2199999999998692</c:v>
                </c:pt>
                <c:pt idx="823">
                  <c:v>8.229999999999869</c:v>
                </c:pt>
                <c:pt idx="824">
                  <c:v>8.2399999999998688</c:v>
                </c:pt>
                <c:pt idx="825">
                  <c:v>8.2499999999998685</c:v>
                </c:pt>
                <c:pt idx="826">
                  <c:v>8.2599999999998683</c:v>
                </c:pt>
                <c:pt idx="827">
                  <c:v>8.2699999999998681</c:v>
                </c:pt>
                <c:pt idx="828">
                  <c:v>8.2799999999998679</c:v>
                </c:pt>
                <c:pt idx="829">
                  <c:v>8.2899999999998677</c:v>
                </c:pt>
                <c:pt idx="830">
                  <c:v>8.2999999999998675</c:v>
                </c:pt>
                <c:pt idx="831">
                  <c:v>8.3099999999998673</c:v>
                </c:pt>
                <c:pt idx="832">
                  <c:v>8.3199999999998671</c:v>
                </c:pt>
                <c:pt idx="833">
                  <c:v>8.3299999999998668</c:v>
                </c:pt>
                <c:pt idx="834">
                  <c:v>8.3399999999998666</c:v>
                </c:pt>
                <c:pt idx="835">
                  <c:v>8.3499999999998664</c:v>
                </c:pt>
                <c:pt idx="836">
                  <c:v>8.3599999999998662</c:v>
                </c:pt>
                <c:pt idx="837">
                  <c:v>8.369999999999866</c:v>
                </c:pt>
                <c:pt idx="838">
                  <c:v>8.3799999999998658</c:v>
                </c:pt>
                <c:pt idx="839">
                  <c:v>8.3899999999998656</c:v>
                </c:pt>
                <c:pt idx="840">
                  <c:v>8.3999999999998654</c:v>
                </c:pt>
                <c:pt idx="841">
                  <c:v>8.4099999999998651</c:v>
                </c:pt>
                <c:pt idx="842">
                  <c:v>8.4199999999998649</c:v>
                </c:pt>
                <c:pt idx="843">
                  <c:v>8.4299999999998647</c:v>
                </c:pt>
                <c:pt idx="844">
                  <c:v>8.4399999999998645</c:v>
                </c:pt>
                <c:pt idx="845">
                  <c:v>8.4499999999998643</c:v>
                </c:pt>
                <c:pt idx="846">
                  <c:v>8.4599999999998641</c:v>
                </c:pt>
                <c:pt idx="847">
                  <c:v>8.4699999999998639</c:v>
                </c:pt>
                <c:pt idx="848">
                  <c:v>8.4799999999998636</c:v>
                </c:pt>
                <c:pt idx="849">
                  <c:v>8.4899999999998634</c:v>
                </c:pt>
                <c:pt idx="850">
                  <c:v>8.4999999999998632</c:v>
                </c:pt>
                <c:pt idx="851">
                  <c:v>8.509999999999863</c:v>
                </c:pt>
                <c:pt idx="852">
                  <c:v>8.5199999999998628</c:v>
                </c:pt>
                <c:pt idx="853">
                  <c:v>8.5299999999998626</c:v>
                </c:pt>
                <c:pt idx="854">
                  <c:v>8.5399999999998624</c:v>
                </c:pt>
                <c:pt idx="855">
                  <c:v>8.5499999999998622</c:v>
                </c:pt>
                <c:pt idx="856">
                  <c:v>8.5599999999998619</c:v>
                </c:pt>
                <c:pt idx="857">
                  <c:v>8.5699999999998617</c:v>
                </c:pt>
                <c:pt idx="858">
                  <c:v>8.5799999999998615</c:v>
                </c:pt>
                <c:pt idx="859">
                  <c:v>8.5899999999998613</c:v>
                </c:pt>
                <c:pt idx="860">
                  <c:v>8.5999999999998611</c:v>
                </c:pt>
                <c:pt idx="861">
                  <c:v>8.6099999999998609</c:v>
                </c:pt>
                <c:pt idx="862">
                  <c:v>8.6199999999998607</c:v>
                </c:pt>
                <c:pt idx="863">
                  <c:v>8.6299999999998604</c:v>
                </c:pt>
                <c:pt idx="864">
                  <c:v>8.6399999999998602</c:v>
                </c:pt>
                <c:pt idx="865">
                  <c:v>8.64999999999986</c:v>
                </c:pt>
                <c:pt idx="866">
                  <c:v>8.6599999999998598</c:v>
                </c:pt>
                <c:pt idx="867">
                  <c:v>8.6699999999998596</c:v>
                </c:pt>
                <c:pt idx="868">
                  <c:v>8.6799999999998594</c:v>
                </c:pt>
                <c:pt idx="869">
                  <c:v>8.6899999999998592</c:v>
                </c:pt>
                <c:pt idx="870">
                  <c:v>8.699999999999859</c:v>
                </c:pt>
                <c:pt idx="871">
                  <c:v>8.7099999999998587</c:v>
                </c:pt>
                <c:pt idx="872">
                  <c:v>8.7199999999998585</c:v>
                </c:pt>
                <c:pt idx="873">
                  <c:v>8.7299999999998583</c:v>
                </c:pt>
                <c:pt idx="874">
                  <c:v>8.7399999999998581</c:v>
                </c:pt>
                <c:pt idx="875">
                  <c:v>8.7499999999998579</c:v>
                </c:pt>
                <c:pt idx="876">
                  <c:v>8.7599999999998577</c:v>
                </c:pt>
                <c:pt idx="877">
                  <c:v>8.7699999999998575</c:v>
                </c:pt>
                <c:pt idx="878">
                  <c:v>8.7799999999998573</c:v>
                </c:pt>
                <c:pt idx="879">
                  <c:v>8.789999999999857</c:v>
                </c:pt>
                <c:pt idx="880">
                  <c:v>8.7999999999998568</c:v>
                </c:pt>
                <c:pt idx="881">
                  <c:v>8.8099999999998566</c:v>
                </c:pt>
                <c:pt idx="882">
                  <c:v>8.8199999999998564</c:v>
                </c:pt>
                <c:pt idx="883">
                  <c:v>8.8299999999998562</c:v>
                </c:pt>
                <c:pt idx="884">
                  <c:v>8.839999999999856</c:v>
                </c:pt>
                <c:pt idx="885">
                  <c:v>8.8499999999998558</c:v>
                </c:pt>
                <c:pt idx="886">
                  <c:v>8.8599999999998555</c:v>
                </c:pt>
                <c:pt idx="887">
                  <c:v>8.8699999999998553</c:v>
                </c:pt>
                <c:pt idx="888">
                  <c:v>8.8799999999998551</c:v>
                </c:pt>
                <c:pt idx="889">
                  <c:v>8.8899999999998549</c:v>
                </c:pt>
                <c:pt idx="890">
                  <c:v>8.8999999999998547</c:v>
                </c:pt>
                <c:pt idx="891">
                  <c:v>8.9099999999998545</c:v>
                </c:pt>
                <c:pt idx="892">
                  <c:v>8.9199999999998543</c:v>
                </c:pt>
                <c:pt idx="893">
                  <c:v>8.9299999999998541</c:v>
                </c:pt>
                <c:pt idx="894">
                  <c:v>8.9399999999998538</c:v>
                </c:pt>
                <c:pt idx="895">
                  <c:v>8.9499999999998536</c:v>
                </c:pt>
                <c:pt idx="896">
                  <c:v>8.9599999999998534</c:v>
                </c:pt>
                <c:pt idx="897">
                  <c:v>8.9699999999998532</c:v>
                </c:pt>
                <c:pt idx="898">
                  <c:v>8.979999999999853</c:v>
                </c:pt>
                <c:pt idx="899">
                  <c:v>8.9899999999998528</c:v>
                </c:pt>
                <c:pt idx="900">
                  <c:v>8.9999999999998526</c:v>
                </c:pt>
                <c:pt idx="901">
                  <c:v>9.0099999999998523</c:v>
                </c:pt>
                <c:pt idx="902">
                  <c:v>9.0199999999998521</c:v>
                </c:pt>
                <c:pt idx="903">
                  <c:v>9.0299999999998519</c:v>
                </c:pt>
                <c:pt idx="904">
                  <c:v>9.0399999999998517</c:v>
                </c:pt>
                <c:pt idx="905">
                  <c:v>9.0499999999998515</c:v>
                </c:pt>
                <c:pt idx="906">
                  <c:v>9.0599999999998513</c:v>
                </c:pt>
                <c:pt idx="907">
                  <c:v>9.0699999999998511</c:v>
                </c:pt>
                <c:pt idx="908">
                  <c:v>9.0799999999998509</c:v>
                </c:pt>
                <c:pt idx="909">
                  <c:v>9.0899999999998506</c:v>
                </c:pt>
                <c:pt idx="910">
                  <c:v>9.0999999999998504</c:v>
                </c:pt>
                <c:pt idx="911">
                  <c:v>9.1099999999998502</c:v>
                </c:pt>
                <c:pt idx="912">
                  <c:v>9.11999999999985</c:v>
                </c:pt>
                <c:pt idx="913">
                  <c:v>9.1299999999998498</c:v>
                </c:pt>
                <c:pt idx="914">
                  <c:v>9.1399999999998496</c:v>
                </c:pt>
                <c:pt idx="915">
                  <c:v>9.1499999999998494</c:v>
                </c:pt>
                <c:pt idx="916">
                  <c:v>9.1599999999998492</c:v>
                </c:pt>
                <c:pt idx="917">
                  <c:v>9.1699999999998489</c:v>
                </c:pt>
                <c:pt idx="918">
                  <c:v>9.1799999999998487</c:v>
                </c:pt>
                <c:pt idx="919">
                  <c:v>9.1899999999998485</c:v>
                </c:pt>
                <c:pt idx="920">
                  <c:v>9.1999999999998483</c:v>
                </c:pt>
                <c:pt idx="921">
                  <c:v>9.2099999999998481</c:v>
                </c:pt>
                <c:pt idx="922">
                  <c:v>9.2199999999998479</c:v>
                </c:pt>
                <c:pt idx="923">
                  <c:v>9.2299999999998477</c:v>
                </c:pt>
                <c:pt idx="924">
                  <c:v>9.2399999999998474</c:v>
                </c:pt>
                <c:pt idx="925">
                  <c:v>9.2499999999998472</c:v>
                </c:pt>
                <c:pt idx="926">
                  <c:v>9.259999999999847</c:v>
                </c:pt>
                <c:pt idx="927">
                  <c:v>9.2699999999998468</c:v>
                </c:pt>
                <c:pt idx="928">
                  <c:v>9.2799999999998466</c:v>
                </c:pt>
                <c:pt idx="929">
                  <c:v>9.2899999999998464</c:v>
                </c:pt>
                <c:pt idx="930">
                  <c:v>9.2999999999998462</c:v>
                </c:pt>
                <c:pt idx="931">
                  <c:v>9.309999999999846</c:v>
                </c:pt>
                <c:pt idx="932">
                  <c:v>9.3199999999998457</c:v>
                </c:pt>
                <c:pt idx="933">
                  <c:v>9.3299999999998455</c:v>
                </c:pt>
                <c:pt idx="934">
                  <c:v>9.3399999999998453</c:v>
                </c:pt>
                <c:pt idx="935">
                  <c:v>9.3499999999998451</c:v>
                </c:pt>
                <c:pt idx="936">
                  <c:v>9.3599999999998449</c:v>
                </c:pt>
                <c:pt idx="937">
                  <c:v>9.3699999999998447</c:v>
                </c:pt>
                <c:pt idx="938">
                  <c:v>9.3799999999998445</c:v>
                </c:pt>
                <c:pt idx="939">
                  <c:v>9.3899999999998442</c:v>
                </c:pt>
                <c:pt idx="940">
                  <c:v>9.399999999999844</c:v>
                </c:pt>
                <c:pt idx="941">
                  <c:v>9.4099999999998438</c:v>
                </c:pt>
                <c:pt idx="942">
                  <c:v>9.4199999999998436</c:v>
                </c:pt>
                <c:pt idx="943">
                  <c:v>9.4299999999998434</c:v>
                </c:pt>
                <c:pt idx="944">
                  <c:v>9.4399999999998432</c:v>
                </c:pt>
                <c:pt idx="945">
                  <c:v>9.449999999999843</c:v>
                </c:pt>
                <c:pt idx="946">
                  <c:v>9.4599999999998428</c:v>
                </c:pt>
                <c:pt idx="947">
                  <c:v>9.4699999999998425</c:v>
                </c:pt>
                <c:pt idx="948">
                  <c:v>9.4799999999998423</c:v>
                </c:pt>
                <c:pt idx="949">
                  <c:v>9.4899999999998421</c:v>
                </c:pt>
                <c:pt idx="950">
                  <c:v>9.4999999999998419</c:v>
                </c:pt>
                <c:pt idx="951">
                  <c:v>9.5099999999998417</c:v>
                </c:pt>
                <c:pt idx="952">
                  <c:v>9.5199999999998415</c:v>
                </c:pt>
                <c:pt idx="953">
                  <c:v>9.5299999999998413</c:v>
                </c:pt>
                <c:pt idx="954">
                  <c:v>9.5399999999998411</c:v>
                </c:pt>
                <c:pt idx="955">
                  <c:v>9.5499999999998408</c:v>
                </c:pt>
                <c:pt idx="956">
                  <c:v>9.5599999999998406</c:v>
                </c:pt>
                <c:pt idx="957">
                  <c:v>9.5699999999998404</c:v>
                </c:pt>
                <c:pt idx="958">
                  <c:v>9.5799999999998402</c:v>
                </c:pt>
                <c:pt idx="959">
                  <c:v>9.58999999999984</c:v>
                </c:pt>
                <c:pt idx="960">
                  <c:v>9.5999999999998398</c:v>
                </c:pt>
                <c:pt idx="961">
                  <c:v>9.6099999999998396</c:v>
                </c:pt>
                <c:pt idx="962">
                  <c:v>9.6199999999998393</c:v>
                </c:pt>
                <c:pt idx="963">
                  <c:v>9.6299999999998391</c:v>
                </c:pt>
                <c:pt idx="964">
                  <c:v>9.6399999999998389</c:v>
                </c:pt>
                <c:pt idx="965">
                  <c:v>9.6499999999998387</c:v>
                </c:pt>
                <c:pt idx="966">
                  <c:v>9.6599999999998385</c:v>
                </c:pt>
                <c:pt idx="967">
                  <c:v>9.6699999999998383</c:v>
                </c:pt>
                <c:pt idx="968">
                  <c:v>9.6799999999998381</c:v>
                </c:pt>
                <c:pt idx="969">
                  <c:v>9.6899999999998379</c:v>
                </c:pt>
                <c:pt idx="970">
                  <c:v>9.6999999999998376</c:v>
                </c:pt>
                <c:pt idx="971">
                  <c:v>9.7099999999998374</c:v>
                </c:pt>
                <c:pt idx="972">
                  <c:v>9.7199999999998372</c:v>
                </c:pt>
                <c:pt idx="973">
                  <c:v>9.729999999999837</c:v>
                </c:pt>
                <c:pt idx="974">
                  <c:v>9.7399999999998368</c:v>
                </c:pt>
                <c:pt idx="975">
                  <c:v>9.7499999999998366</c:v>
                </c:pt>
                <c:pt idx="976">
                  <c:v>9.7599999999998364</c:v>
                </c:pt>
                <c:pt idx="977">
                  <c:v>9.7699999999998361</c:v>
                </c:pt>
                <c:pt idx="978">
                  <c:v>9.7799999999998359</c:v>
                </c:pt>
                <c:pt idx="979">
                  <c:v>9.7899999999998357</c:v>
                </c:pt>
                <c:pt idx="980">
                  <c:v>9.7999999999998355</c:v>
                </c:pt>
                <c:pt idx="981">
                  <c:v>9.8099999999998353</c:v>
                </c:pt>
                <c:pt idx="982">
                  <c:v>9.8199999999998351</c:v>
                </c:pt>
                <c:pt idx="983">
                  <c:v>9.8299999999998349</c:v>
                </c:pt>
                <c:pt idx="984">
                  <c:v>9.8399999999998347</c:v>
                </c:pt>
                <c:pt idx="985">
                  <c:v>9.8499999999998344</c:v>
                </c:pt>
                <c:pt idx="986">
                  <c:v>9.8599999999998342</c:v>
                </c:pt>
                <c:pt idx="987">
                  <c:v>9.869999999999834</c:v>
                </c:pt>
                <c:pt idx="988">
                  <c:v>9.8799999999998338</c:v>
                </c:pt>
                <c:pt idx="989">
                  <c:v>9.8899999999998336</c:v>
                </c:pt>
                <c:pt idx="990">
                  <c:v>9.8999999999998334</c:v>
                </c:pt>
                <c:pt idx="991">
                  <c:v>9.9099999999998332</c:v>
                </c:pt>
                <c:pt idx="992">
                  <c:v>9.919999999999833</c:v>
                </c:pt>
                <c:pt idx="993">
                  <c:v>9.9299999999998327</c:v>
                </c:pt>
                <c:pt idx="994">
                  <c:v>9.9399999999998325</c:v>
                </c:pt>
                <c:pt idx="995">
                  <c:v>9.9499999999998323</c:v>
                </c:pt>
                <c:pt idx="996">
                  <c:v>9.9599999999998321</c:v>
                </c:pt>
                <c:pt idx="997">
                  <c:v>9.9699999999998319</c:v>
                </c:pt>
                <c:pt idx="998">
                  <c:v>9.9799999999998317</c:v>
                </c:pt>
                <c:pt idx="999">
                  <c:v>9.9899999999998315</c:v>
                </c:pt>
                <c:pt idx="1000">
                  <c:v>9.9999999999998312</c:v>
                </c:pt>
                <c:pt idx="1001">
                  <c:v>10.009999999999831</c:v>
                </c:pt>
                <c:pt idx="1002">
                  <c:v>10.019999999999831</c:v>
                </c:pt>
                <c:pt idx="1003">
                  <c:v>10.029999999999831</c:v>
                </c:pt>
                <c:pt idx="1004">
                  <c:v>10.03999999999983</c:v>
                </c:pt>
                <c:pt idx="1005">
                  <c:v>10.04999999999983</c:v>
                </c:pt>
                <c:pt idx="1006">
                  <c:v>10.05999999999983</c:v>
                </c:pt>
                <c:pt idx="1007">
                  <c:v>10.06999999999983</c:v>
                </c:pt>
                <c:pt idx="1008">
                  <c:v>10.07999999999983</c:v>
                </c:pt>
                <c:pt idx="1009">
                  <c:v>10.089999999999829</c:v>
                </c:pt>
                <c:pt idx="1010">
                  <c:v>10.099999999999829</c:v>
                </c:pt>
                <c:pt idx="1011">
                  <c:v>10.109999999999829</c:v>
                </c:pt>
                <c:pt idx="1012">
                  <c:v>10.119999999999829</c:v>
                </c:pt>
                <c:pt idx="1013">
                  <c:v>10.129999999999828</c:v>
                </c:pt>
                <c:pt idx="1014">
                  <c:v>10.139999999999828</c:v>
                </c:pt>
                <c:pt idx="1015">
                  <c:v>10.149999999999828</c:v>
                </c:pt>
                <c:pt idx="1016">
                  <c:v>10.159999999999828</c:v>
                </c:pt>
                <c:pt idx="1017">
                  <c:v>10.169999999999828</c:v>
                </c:pt>
                <c:pt idx="1018">
                  <c:v>10.179999999999827</c:v>
                </c:pt>
                <c:pt idx="1019">
                  <c:v>10.189999999999827</c:v>
                </c:pt>
                <c:pt idx="1020">
                  <c:v>10.199999999999827</c:v>
                </c:pt>
                <c:pt idx="1021">
                  <c:v>10.209999999999827</c:v>
                </c:pt>
                <c:pt idx="1022">
                  <c:v>10.219999999999827</c:v>
                </c:pt>
                <c:pt idx="1023">
                  <c:v>10.229999999999826</c:v>
                </c:pt>
                <c:pt idx="1024">
                  <c:v>10.239999999999826</c:v>
                </c:pt>
                <c:pt idx="1025">
                  <c:v>10.249999999999826</c:v>
                </c:pt>
                <c:pt idx="1026">
                  <c:v>10.259999999999826</c:v>
                </c:pt>
                <c:pt idx="1027">
                  <c:v>10.269999999999825</c:v>
                </c:pt>
                <c:pt idx="1028">
                  <c:v>10.279999999999825</c:v>
                </c:pt>
                <c:pt idx="1029">
                  <c:v>10.289999999999825</c:v>
                </c:pt>
                <c:pt idx="1030">
                  <c:v>10.299999999999825</c:v>
                </c:pt>
                <c:pt idx="1031">
                  <c:v>10.309999999999825</c:v>
                </c:pt>
                <c:pt idx="1032">
                  <c:v>10.319999999999824</c:v>
                </c:pt>
                <c:pt idx="1033">
                  <c:v>10.329999999999824</c:v>
                </c:pt>
                <c:pt idx="1034">
                  <c:v>10.339999999999824</c:v>
                </c:pt>
                <c:pt idx="1035">
                  <c:v>10.349999999999824</c:v>
                </c:pt>
                <c:pt idx="1036">
                  <c:v>10.359999999999824</c:v>
                </c:pt>
                <c:pt idx="1037">
                  <c:v>10.369999999999823</c:v>
                </c:pt>
                <c:pt idx="1038">
                  <c:v>10.379999999999823</c:v>
                </c:pt>
                <c:pt idx="1039">
                  <c:v>10.389999999999823</c:v>
                </c:pt>
                <c:pt idx="1040">
                  <c:v>10.399999999999823</c:v>
                </c:pt>
                <c:pt idx="1041">
                  <c:v>10.409999999999823</c:v>
                </c:pt>
                <c:pt idx="1042">
                  <c:v>10.419999999999822</c:v>
                </c:pt>
                <c:pt idx="1043">
                  <c:v>10.429999999999822</c:v>
                </c:pt>
                <c:pt idx="1044">
                  <c:v>10.439999999999822</c:v>
                </c:pt>
                <c:pt idx="1045">
                  <c:v>10.449999999999822</c:v>
                </c:pt>
                <c:pt idx="1046">
                  <c:v>10.459999999999821</c:v>
                </c:pt>
                <c:pt idx="1047">
                  <c:v>10.469999999999821</c:v>
                </c:pt>
                <c:pt idx="1048">
                  <c:v>10.479999999999821</c:v>
                </c:pt>
                <c:pt idx="1049">
                  <c:v>10.489999999999821</c:v>
                </c:pt>
                <c:pt idx="1050">
                  <c:v>10.499999999999821</c:v>
                </c:pt>
                <c:pt idx="1051">
                  <c:v>10.50999999999982</c:v>
                </c:pt>
                <c:pt idx="1052">
                  <c:v>10.51999999999982</c:v>
                </c:pt>
                <c:pt idx="1053">
                  <c:v>10.52999999999982</c:v>
                </c:pt>
                <c:pt idx="1054">
                  <c:v>10.53999999999982</c:v>
                </c:pt>
                <c:pt idx="1055">
                  <c:v>10.54999999999982</c:v>
                </c:pt>
                <c:pt idx="1056">
                  <c:v>10.559999999999819</c:v>
                </c:pt>
                <c:pt idx="1057">
                  <c:v>10.569999999999819</c:v>
                </c:pt>
                <c:pt idx="1058">
                  <c:v>10.579999999999819</c:v>
                </c:pt>
                <c:pt idx="1059">
                  <c:v>10.589999999999819</c:v>
                </c:pt>
                <c:pt idx="1060">
                  <c:v>10.599999999999818</c:v>
                </c:pt>
                <c:pt idx="1061">
                  <c:v>10.609999999999818</c:v>
                </c:pt>
                <c:pt idx="1062">
                  <c:v>10.619999999999818</c:v>
                </c:pt>
                <c:pt idx="1063">
                  <c:v>10.629999999999818</c:v>
                </c:pt>
                <c:pt idx="1064">
                  <c:v>10.639999999999818</c:v>
                </c:pt>
                <c:pt idx="1065">
                  <c:v>10.649999999999817</c:v>
                </c:pt>
                <c:pt idx="1066">
                  <c:v>10.659999999999817</c:v>
                </c:pt>
                <c:pt idx="1067">
                  <c:v>10.669999999999817</c:v>
                </c:pt>
                <c:pt idx="1068">
                  <c:v>10.679999999999817</c:v>
                </c:pt>
                <c:pt idx="1069">
                  <c:v>10.689999999999817</c:v>
                </c:pt>
                <c:pt idx="1070">
                  <c:v>10.699999999999816</c:v>
                </c:pt>
                <c:pt idx="1071">
                  <c:v>10.709999999999816</c:v>
                </c:pt>
                <c:pt idx="1072">
                  <c:v>10.719999999999816</c:v>
                </c:pt>
                <c:pt idx="1073">
                  <c:v>10.729999999999816</c:v>
                </c:pt>
                <c:pt idx="1074">
                  <c:v>10.739999999999815</c:v>
                </c:pt>
                <c:pt idx="1075">
                  <c:v>10.749999999999815</c:v>
                </c:pt>
                <c:pt idx="1076">
                  <c:v>10.759999999999815</c:v>
                </c:pt>
                <c:pt idx="1077">
                  <c:v>10.769999999999815</c:v>
                </c:pt>
                <c:pt idx="1078">
                  <c:v>10.779999999999815</c:v>
                </c:pt>
                <c:pt idx="1079">
                  <c:v>10.789999999999814</c:v>
                </c:pt>
                <c:pt idx="1080">
                  <c:v>10.799999999999814</c:v>
                </c:pt>
                <c:pt idx="1081">
                  <c:v>10.809999999999814</c:v>
                </c:pt>
                <c:pt idx="1082">
                  <c:v>10.819999999999814</c:v>
                </c:pt>
                <c:pt idx="1083">
                  <c:v>10.829999999999814</c:v>
                </c:pt>
                <c:pt idx="1084">
                  <c:v>10.839999999999813</c:v>
                </c:pt>
                <c:pt idx="1085">
                  <c:v>10.849999999999813</c:v>
                </c:pt>
                <c:pt idx="1086">
                  <c:v>10.859999999999813</c:v>
                </c:pt>
                <c:pt idx="1087">
                  <c:v>10.869999999999813</c:v>
                </c:pt>
                <c:pt idx="1088">
                  <c:v>10.879999999999812</c:v>
                </c:pt>
                <c:pt idx="1089">
                  <c:v>10.889999999999812</c:v>
                </c:pt>
                <c:pt idx="1090">
                  <c:v>10.899999999999812</c:v>
                </c:pt>
                <c:pt idx="1091">
                  <c:v>10.909999999999812</c:v>
                </c:pt>
                <c:pt idx="1092">
                  <c:v>10.919999999999812</c:v>
                </c:pt>
                <c:pt idx="1093">
                  <c:v>10.929999999999811</c:v>
                </c:pt>
                <c:pt idx="1094">
                  <c:v>10.939999999999811</c:v>
                </c:pt>
                <c:pt idx="1095">
                  <c:v>10.949999999999811</c:v>
                </c:pt>
                <c:pt idx="1096">
                  <c:v>10.959999999999811</c:v>
                </c:pt>
                <c:pt idx="1097">
                  <c:v>10.969999999999811</c:v>
                </c:pt>
                <c:pt idx="1098">
                  <c:v>10.97999999999981</c:v>
                </c:pt>
                <c:pt idx="1099">
                  <c:v>10.98999999999981</c:v>
                </c:pt>
                <c:pt idx="1100">
                  <c:v>10.99999999999981</c:v>
                </c:pt>
                <c:pt idx="1101">
                  <c:v>11.00999999999981</c:v>
                </c:pt>
                <c:pt idx="1102">
                  <c:v>11.01999999999981</c:v>
                </c:pt>
                <c:pt idx="1103">
                  <c:v>11.029999999999809</c:v>
                </c:pt>
                <c:pt idx="1104">
                  <c:v>11.039999999999809</c:v>
                </c:pt>
                <c:pt idx="1105">
                  <c:v>11.049999999999809</c:v>
                </c:pt>
                <c:pt idx="1106">
                  <c:v>11.059999999999809</c:v>
                </c:pt>
                <c:pt idx="1107">
                  <c:v>11.069999999999808</c:v>
                </c:pt>
                <c:pt idx="1108">
                  <c:v>11.079999999999808</c:v>
                </c:pt>
                <c:pt idx="1109">
                  <c:v>11.089999999999808</c:v>
                </c:pt>
                <c:pt idx="1110">
                  <c:v>11.099999999999808</c:v>
                </c:pt>
                <c:pt idx="1111">
                  <c:v>11.109999999999808</c:v>
                </c:pt>
                <c:pt idx="1112">
                  <c:v>11.119999999999807</c:v>
                </c:pt>
                <c:pt idx="1113">
                  <c:v>11.129999999999807</c:v>
                </c:pt>
                <c:pt idx="1114">
                  <c:v>11.139999999999807</c:v>
                </c:pt>
                <c:pt idx="1115">
                  <c:v>11.149999999999807</c:v>
                </c:pt>
                <c:pt idx="1116">
                  <c:v>11.159999999999807</c:v>
                </c:pt>
                <c:pt idx="1117">
                  <c:v>11.169999999999806</c:v>
                </c:pt>
                <c:pt idx="1118">
                  <c:v>11.179999999999806</c:v>
                </c:pt>
                <c:pt idx="1119">
                  <c:v>11.189999999999806</c:v>
                </c:pt>
                <c:pt idx="1120">
                  <c:v>11.199999999999806</c:v>
                </c:pt>
                <c:pt idx="1121">
                  <c:v>11.209999999999805</c:v>
                </c:pt>
                <c:pt idx="1122">
                  <c:v>11.219999999999805</c:v>
                </c:pt>
                <c:pt idx="1123">
                  <c:v>11.229999999999805</c:v>
                </c:pt>
                <c:pt idx="1124">
                  <c:v>11.239999999999805</c:v>
                </c:pt>
                <c:pt idx="1125">
                  <c:v>11.249999999999805</c:v>
                </c:pt>
                <c:pt idx="1126">
                  <c:v>11.259999999999804</c:v>
                </c:pt>
                <c:pt idx="1127">
                  <c:v>11.269999999999804</c:v>
                </c:pt>
                <c:pt idx="1128">
                  <c:v>11.279999999999804</c:v>
                </c:pt>
                <c:pt idx="1129">
                  <c:v>11.289999999999804</c:v>
                </c:pt>
                <c:pt idx="1130">
                  <c:v>11.299999999999804</c:v>
                </c:pt>
                <c:pt idx="1131">
                  <c:v>11.309999999999803</c:v>
                </c:pt>
                <c:pt idx="1132">
                  <c:v>11.319999999999803</c:v>
                </c:pt>
                <c:pt idx="1133">
                  <c:v>11.329999999999803</c:v>
                </c:pt>
                <c:pt idx="1134">
                  <c:v>11.339999999999803</c:v>
                </c:pt>
                <c:pt idx="1135">
                  <c:v>11.349999999999802</c:v>
                </c:pt>
                <c:pt idx="1136">
                  <c:v>11.359999999999802</c:v>
                </c:pt>
                <c:pt idx="1137">
                  <c:v>11.369999999999802</c:v>
                </c:pt>
                <c:pt idx="1138">
                  <c:v>11.379999999999802</c:v>
                </c:pt>
                <c:pt idx="1139">
                  <c:v>11.389999999999802</c:v>
                </c:pt>
                <c:pt idx="1140">
                  <c:v>11.399999999999801</c:v>
                </c:pt>
                <c:pt idx="1141">
                  <c:v>11.409999999999801</c:v>
                </c:pt>
                <c:pt idx="1142">
                  <c:v>11.419999999999801</c:v>
                </c:pt>
                <c:pt idx="1143">
                  <c:v>11.429999999999801</c:v>
                </c:pt>
                <c:pt idx="1144">
                  <c:v>11.439999999999801</c:v>
                </c:pt>
                <c:pt idx="1145">
                  <c:v>11.4499999999998</c:v>
                </c:pt>
                <c:pt idx="1146">
                  <c:v>11.4599999999998</c:v>
                </c:pt>
                <c:pt idx="1147">
                  <c:v>11.4699999999998</c:v>
                </c:pt>
                <c:pt idx="1148">
                  <c:v>11.4799999999998</c:v>
                </c:pt>
                <c:pt idx="1149">
                  <c:v>11.489999999999799</c:v>
                </c:pt>
                <c:pt idx="1150">
                  <c:v>11.499999999999799</c:v>
                </c:pt>
                <c:pt idx="1151">
                  <c:v>11.509999999999799</c:v>
                </c:pt>
                <c:pt idx="1152">
                  <c:v>11.519999999999799</c:v>
                </c:pt>
                <c:pt idx="1153">
                  <c:v>11.529999999999799</c:v>
                </c:pt>
                <c:pt idx="1154">
                  <c:v>11.539999999999798</c:v>
                </c:pt>
                <c:pt idx="1155">
                  <c:v>11.549999999999798</c:v>
                </c:pt>
                <c:pt idx="1156">
                  <c:v>11.559999999999798</c:v>
                </c:pt>
                <c:pt idx="1157">
                  <c:v>11.569999999999798</c:v>
                </c:pt>
                <c:pt idx="1158">
                  <c:v>11.579999999999798</c:v>
                </c:pt>
                <c:pt idx="1159">
                  <c:v>11.589999999999797</c:v>
                </c:pt>
                <c:pt idx="1160">
                  <c:v>11.599999999999797</c:v>
                </c:pt>
                <c:pt idx="1161">
                  <c:v>11.609999999999797</c:v>
                </c:pt>
                <c:pt idx="1162">
                  <c:v>11.619999999999797</c:v>
                </c:pt>
                <c:pt idx="1163">
                  <c:v>11.629999999999797</c:v>
                </c:pt>
                <c:pt idx="1164">
                  <c:v>11.639999999999796</c:v>
                </c:pt>
                <c:pt idx="1165">
                  <c:v>11.649999999999796</c:v>
                </c:pt>
                <c:pt idx="1166">
                  <c:v>11.659999999999796</c:v>
                </c:pt>
                <c:pt idx="1167">
                  <c:v>11.669999999999796</c:v>
                </c:pt>
                <c:pt idx="1168">
                  <c:v>11.679999999999795</c:v>
                </c:pt>
                <c:pt idx="1169">
                  <c:v>11.689999999999795</c:v>
                </c:pt>
                <c:pt idx="1170">
                  <c:v>11.699999999999795</c:v>
                </c:pt>
                <c:pt idx="1171">
                  <c:v>11.709999999999795</c:v>
                </c:pt>
                <c:pt idx="1172">
                  <c:v>11.719999999999795</c:v>
                </c:pt>
                <c:pt idx="1173">
                  <c:v>11.729999999999794</c:v>
                </c:pt>
                <c:pt idx="1174">
                  <c:v>11.739999999999794</c:v>
                </c:pt>
                <c:pt idx="1175">
                  <c:v>11.749999999999794</c:v>
                </c:pt>
                <c:pt idx="1176">
                  <c:v>11.759999999999794</c:v>
                </c:pt>
                <c:pt idx="1177">
                  <c:v>11.769999999999794</c:v>
                </c:pt>
                <c:pt idx="1178">
                  <c:v>11.779999999999793</c:v>
                </c:pt>
                <c:pt idx="1179">
                  <c:v>11.789999999999793</c:v>
                </c:pt>
                <c:pt idx="1180">
                  <c:v>11.799999999999793</c:v>
                </c:pt>
                <c:pt idx="1181">
                  <c:v>11.809999999999793</c:v>
                </c:pt>
                <c:pt idx="1182">
                  <c:v>11.819999999999792</c:v>
                </c:pt>
                <c:pt idx="1183">
                  <c:v>11.829999999999792</c:v>
                </c:pt>
                <c:pt idx="1184">
                  <c:v>11.839999999999792</c:v>
                </c:pt>
                <c:pt idx="1185">
                  <c:v>11.849999999999792</c:v>
                </c:pt>
                <c:pt idx="1186">
                  <c:v>11.859999999999792</c:v>
                </c:pt>
                <c:pt idx="1187">
                  <c:v>11.869999999999791</c:v>
                </c:pt>
                <c:pt idx="1188">
                  <c:v>11.879999999999791</c:v>
                </c:pt>
                <c:pt idx="1189">
                  <c:v>11.889999999999791</c:v>
                </c:pt>
                <c:pt idx="1190">
                  <c:v>11.899999999999791</c:v>
                </c:pt>
                <c:pt idx="1191">
                  <c:v>11.909999999999791</c:v>
                </c:pt>
                <c:pt idx="1192">
                  <c:v>11.91999999999979</c:v>
                </c:pt>
                <c:pt idx="1193">
                  <c:v>11.92999999999979</c:v>
                </c:pt>
                <c:pt idx="1194">
                  <c:v>11.93999999999979</c:v>
                </c:pt>
                <c:pt idx="1195">
                  <c:v>11.94999999999979</c:v>
                </c:pt>
                <c:pt idx="1196">
                  <c:v>11.959999999999789</c:v>
                </c:pt>
                <c:pt idx="1197">
                  <c:v>11.969999999999789</c:v>
                </c:pt>
                <c:pt idx="1198">
                  <c:v>11.979999999999789</c:v>
                </c:pt>
                <c:pt idx="1199">
                  <c:v>11.989999999999789</c:v>
                </c:pt>
                <c:pt idx="1200">
                  <c:v>11.999999999999789</c:v>
                </c:pt>
                <c:pt idx="1201">
                  <c:v>12.009999999999788</c:v>
                </c:pt>
                <c:pt idx="1202">
                  <c:v>12.019999999999788</c:v>
                </c:pt>
                <c:pt idx="1203">
                  <c:v>12.029999999999788</c:v>
                </c:pt>
                <c:pt idx="1204">
                  <c:v>12.039999999999788</c:v>
                </c:pt>
                <c:pt idx="1205">
                  <c:v>12.049999999999788</c:v>
                </c:pt>
                <c:pt idx="1206">
                  <c:v>12.059999999999787</c:v>
                </c:pt>
                <c:pt idx="1207">
                  <c:v>12.069999999999787</c:v>
                </c:pt>
                <c:pt idx="1208">
                  <c:v>12.079999999999787</c:v>
                </c:pt>
                <c:pt idx="1209">
                  <c:v>12.089999999999787</c:v>
                </c:pt>
                <c:pt idx="1210">
                  <c:v>12.099999999999786</c:v>
                </c:pt>
                <c:pt idx="1211">
                  <c:v>12.109999999999786</c:v>
                </c:pt>
                <c:pt idx="1212">
                  <c:v>12.119999999999786</c:v>
                </c:pt>
                <c:pt idx="1213">
                  <c:v>12.129999999999786</c:v>
                </c:pt>
                <c:pt idx="1214">
                  <c:v>12.139999999999786</c:v>
                </c:pt>
                <c:pt idx="1215">
                  <c:v>12.149999999999785</c:v>
                </c:pt>
                <c:pt idx="1216">
                  <c:v>12.159999999999785</c:v>
                </c:pt>
                <c:pt idx="1217">
                  <c:v>12.169999999999785</c:v>
                </c:pt>
                <c:pt idx="1218">
                  <c:v>12.179999999999785</c:v>
                </c:pt>
                <c:pt idx="1219">
                  <c:v>12.189999999999785</c:v>
                </c:pt>
                <c:pt idx="1220">
                  <c:v>12.199999999999784</c:v>
                </c:pt>
                <c:pt idx="1221">
                  <c:v>12.209999999999784</c:v>
                </c:pt>
                <c:pt idx="1222">
                  <c:v>12.219999999999784</c:v>
                </c:pt>
                <c:pt idx="1223">
                  <c:v>12.229999999999784</c:v>
                </c:pt>
                <c:pt idx="1224">
                  <c:v>12.239999999999783</c:v>
                </c:pt>
                <c:pt idx="1225">
                  <c:v>12.249999999999783</c:v>
                </c:pt>
                <c:pt idx="1226">
                  <c:v>12.259999999999783</c:v>
                </c:pt>
                <c:pt idx="1227">
                  <c:v>12.269999999999783</c:v>
                </c:pt>
                <c:pt idx="1228">
                  <c:v>12.279999999999783</c:v>
                </c:pt>
                <c:pt idx="1229">
                  <c:v>12.289999999999782</c:v>
                </c:pt>
                <c:pt idx="1230">
                  <c:v>12.299999999999782</c:v>
                </c:pt>
                <c:pt idx="1231">
                  <c:v>12.309999999999782</c:v>
                </c:pt>
                <c:pt idx="1232">
                  <c:v>12.319999999999782</c:v>
                </c:pt>
                <c:pt idx="1233">
                  <c:v>12.329999999999782</c:v>
                </c:pt>
                <c:pt idx="1234">
                  <c:v>12.339999999999781</c:v>
                </c:pt>
                <c:pt idx="1235">
                  <c:v>12.349999999999781</c:v>
                </c:pt>
                <c:pt idx="1236">
                  <c:v>12.359999999999781</c:v>
                </c:pt>
                <c:pt idx="1237">
                  <c:v>12.369999999999781</c:v>
                </c:pt>
                <c:pt idx="1238">
                  <c:v>12.379999999999781</c:v>
                </c:pt>
                <c:pt idx="1239">
                  <c:v>12.38999999999978</c:v>
                </c:pt>
                <c:pt idx="1240">
                  <c:v>12.39999999999978</c:v>
                </c:pt>
                <c:pt idx="1241">
                  <c:v>12.40999999999978</c:v>
                </c:pt>
                <c:pt idx="1242">
                  <c:v>12.41999999999978</c:v>
                </c:pt>
                <c:pt idx="1243">
                  <c:v>12.429999999999779</c:v>
                </c:pt>
                <c:pt idx="1244">
                  <c:v>12.439999999999779</c:v>
                </c:pt>
                <c:pt idx="1245">
                  <c:v>12.449999999999779</c:v>
                </c:pt>
                <c:pt idx="1246">
                  <c:v>12.459999999999779</c:v>
                </c:pt>
                <c:pt idx="1247">
                  <c:v>12.469999999999779</c:v>
                </c:pt>
                <c:pt idx="1248">
                  <c:v>12.479999999999778</c:v>
                </c:pt>
                <c:pt idx="1249">
                  <c:v>12.489999999999778</c:v>
                </c:pt>
                <c:pt idx="1250">
                  <c:v>12.499999999999778</c:v>
                </c:pt>
                <c:pt idx="1251">
                  <c:v>12.509999999999778</c:v>
                </c:pt>
                <c:pt idx="1252">
                  <c:v>12.519999999999778</c:v>
                </c:pt>
                <c:pt idx="1253">
                  <c:v>12.529999999999777</c:v>
                </c:pt>
                <c:pt idx="1254">
                  <c:v>12.539999999999777</c:v>
                </c:pt>
                <c:pt idx="1255">
                  <c:v>12.549999999999777</c:v>
                </c:pt>
                <c:pt idx="1256">
                  <c:v>12.559999999999777</c:v>
                </c:pt>
                <c:pt idx="1257">
                  <c:v>12.569999999999776</c:v>
                </c:pt>
                <c:pt idx="1258">
                  <c:v>12.579999999999776</c:v>
                </c:pt>
                <c:pt idx="1259">
                  <c:v>12.589999999999776</c:v>
                </c:pt>
                <c:pt idx="1260">
                  <c:v>12.599999999999776</c:v>
                </c:pt>
                <c:pt idx="1261">
                  <c:v>12.609999999999776</c:v>
                </c:pt>
                <c:pt idx="1262">
                  <c:v>12.619999999999775</c:v>
                </c:pt>
                <c:pt idx="1263">
                  <c:v>12.629999999999775</c:v>
                </c:pt>
                <c:pt idx="1264">
                  <c:v>12.639999999999775</c:v>
                </c:pt>
                <c:pt idx="1265">
                  <c:v>12.649999999999775</c:v>
                </c:pt>
                <c:pt idx="1266">
                  <c:v>12.659999999999775</c:v>
                </c:pt>
                <c:pt idx="1267">
                  <c:v>12.669999999999774</c:v>
                </c:pt>
                <c:pt idx="1268">
                  <c:v>12.679999999999774</c:v>
                </c:pt>
                <c:pt idx="1269">
                  <c:v>12.689999999999774</c:v>
                </c:pt>
                <c:pt idx="1270">
                  <c:v>12.699999999999774</c:v>
                </c:pt>
                <c:pt idx="1271">
                  <c:v>12.709999999999773</c:v>
                </c:pt>
                <c:pt idx="1272">
                  <c:v>12.719999999999773</c:v>
                </c:pt>
                <c:pt idx="1273">
                  <c:v>12.729999999999773</c:v>
                </c:pt>
                <c:pt idx="1274">
                  <c:v>12.739999999999773</c:v>
                </c:pt>
                <c:pt idx="1275">
                  <c:v>12.749999999999773</c:v>
                </c:pt>
                <c:pt idx="1276">
                  <c:v>12.759999999999772</c:v>
                </c:pt>
                <c:pt idx="1277">
                  <c:v>12.769999999999772</c:v>
                </c:pt>
                <c:pt idx="1278">
                  <c:v>12.779999999999772</c:v>
                </c:pt>
                <c:pt idx="1279">
                  <c:v>12.789999999999772</c:v>
                </c:pt>
                <c:pt idx="1280">
                  <c:v>12.799999999999772</c:v>
                </c:pt>
                <c:pt idx="1281">
                  <c:v>12.809999999999771</c:v>
                </c:pt>
                <c:pt idx="1282">
                  <c:v>12.819999999999771</c:v>
                </c:pt>
                <c:pt idx="1283">
                  <c:v>12.829999999999771</c:v>
                </c:pt>
                <c:pt idx="1284">
                  <c:v>12.839999999999771</c:v>
                </c:pt>
                <c:pt idx="1285">
                  <c:v>12.84999999999977</c:v>
                </c:pt>
                <c:pt idx="1286">
                  <c:v>12.85999999999977</c:v>
                </c:pt>
                <c:pt idx="1287">
                  <c:v>12.86999999999977</c:v>
                </c:pt>
                <c:pt idx="1288">
                  <c:v>12.87999999999977</c:v>
                </c:pt>
                <c:pt idx="1289">
                  <c:v>12.88999999999977</c:v>
                </c:pt>
                <c:pt idx="1290">
                  <c:v>12.899999999999769</c:v>
                </c:pt>
                <c:pt idx="1291">
                  <c:v>12.909999999999769</c:v>
                </c:pt>
                <c:pt idx="1292">
                  <c:v>12.919999999999769</c:v>
                </c:pt>
                <c:pt idx="1293">
                  <c:v>12.929999999999769</c:v>
                </c:pt>
                <c:pt idx="1294">
                  <c:v>12.939999999999769</c:v>
                </c:pt>
                <c:pt idx="1295">
                  <c:v>12.949999999999768</c:v>
                </c:pt>
                <c:pt idx="1296">
                  <c:v>12.959999999999768</c:v>
                </c:pt>
                <c:pt idx="1297">
                  <c:v>12.969999999999768</c:v>
                </c:pt>
                <c:pt idx="1298">
                  <c:v>12.979999999999768</c:v>
                </c:pt>
                <c:pt idx="1299">
                  <c:v>12.989999999999768</c:v>
                </c:pt>
                <c:pt idx="1300">
                  <c:v>12.999999999999767</c:v>
                </c:pt>
                <c:pt idx="1301">
                  <c:v>13.009999999999767</c:v>
                </c:pt>
                <c:pt idx="1302">
                  <c:v>13.019999999999767</c:v>
                </c:pt>
                <c:pt idx="1303">
                  <c:v>13.029999999999767</c:v>
                </c:pt>
                <c:pt idx="1304">
                  <c:v>13.039999999999766</c:v>
                </c:pt>
                <c:pt idx="1305">
                  <c:v>13.049999999999766</c:v>
                </c:pt>
                <c:pt idx="1306">
                  <c:v>13.059999999999766</c:v>
                </c:pt>
                <c:pt idx="1307">
                  <c:v>13.069999999999766</c:v>
                </c:pt>
                <c:pt idx="1308">
                  <c:v>13.079999999999766</c:v>
                </c:pt>
                <c:pt idx="1309">
                  <c:v>13.089999999999765</c:v>
                </c:pt>
                <c:pt idx="1310">
                  <c:v>13.099999999999765</c:v>
                </c:pt>
                <c:pt idx="1311">
                  <c:v>13.109999999999765</c:v>
                </c:pt>
                <c:pt idx="1312">
                  <c:v>13.119999999999765</c:v>
                </c:pt>
                <c:pt idx="1313">
                  <c:v>13.129999999999765</c:v>
                </c:pt>
                <c:pt idx="1314">
                  <c:v>13.139999999999764</c:v>
                </c:pt>
                <c:pt idx="1315">
                  <c:v>13.149999999999764</c:v>
                </c:pt>
                <c:pt idx="1316">
                  <c:v>13.159999999999764</c:v>
                </c:pt>
                <c:pt idx="1317">
                  <c:v>13.169999999999764</c:v>
                </c:pt>
                <c:pt idx="1318">
                  <c:v>13.179999999999763</c:v>
                </c:pt>
                <c:pt idx="1319">
                  <c:v>13.189999999999763</c:v>
                </c:pt>
                <c:pt idx="1320">
                  <c:v>13.199999999999763</c:v>
                </c:pt>
                <c:pt idx="1321">
                  <c:v>13.209999999999763</c:v>
                </c:pt>
                <c:pt idx="1322">
                  <c:v>13.219999999999763</c:v>
                </c:pt>
                <c:pt idx="1323">
                  <c:v>13.229999999999762</c:v>
                </c:pt>
                <c:pt idx="1324">
                  <c:v>13.239999999999762</c:v>
                </c:pt>
                <c:pt idx="1325">
                  <c:v>13.249999999999762</c:v>
                </c:pt>
                <c:pt idx="1326">
                  <c:v>13.259999999999762</c:v>
                </c:pt>
                <c:pt idx="1327">
                  <c:v>13.269999999999762</c:v>
                </c:pt>
                <c:pt idx="1328">
                  <c:v>13.279999999999761</c:v>
                </c:pt>
                <c:pt idx="1329">
                  <c:v>13.289999999999761</c:v>
                </c:pt>
                <c:pt idx="1330">
                  <c:v>13.299999999999761</c:v>
                </c:pt>
                <c:pt idx="1331">
                  <c:v>13.309999999999761</c:v>
                </c:pt>
                <c:pt idx="1332">
                  <c:v>13.31999999999976</c:v>
                </c:pt>
                <c:pt idx="1333">
                  <c:v>13.32999999999976</c:v>
                </c:pt>
                <c:pt idx="1334">
                  <c:v>13.33999999999976</c:v>
                </c:pt>
                <c:pt idx="1335">
                  <c:v>13.34999999999976</c:v>
                </c:pt>
                <c:pt idx="1336">
                  <c:v>13.35999999999976</c:v>
                </c:pt>
                <c:pt idx="1337">
                  <c:v>13.369999999999759</c:v>
                </c:pt>
                <c:pt idx="1338">
                  <c:v>13.379999999999759</c:v>
                </c:pt>
                <c:pt idx="1339">
                  <c:v>13.389999999999759</c:v>
                </c:pt>
                <c:pt idx="1340">
                  <c:v>13.399999999999759</c:v>
                </c:pt>
                <c:pt idx="1341">
                  <c:v>13.409999999999759</c:v>
                </c:pt>
                <c:pt idx="1342">
                  <c:v>13.419999999999758</c:v>
                </c:pt>
                <c:pt idx="1343">
                  <c:v>13.429999999999758</c:v>
                </c:pt>
                <c:pt idx="1344">
                  <c:v>13.439999999999758</c:v>
                </c:pt>
                <c:pt idx="1345">
                  <c:v>13.449999999999758</c:v>
                </c:pt>
                <c:pt idx="1346">
                  <c:v>13.459999999999757</c:v>
                </c:pt>
                <c:pt idx="1347">
                  <c:v>13.469999999999757</c:v>
                </c:pt>
                <c:pt idx="1348">
                  <c:v>13.479999999999757</c:v>
                </c:pt>
                <c:pt idx="1349">
                  <c:v>13.489999999999757</c:v>
                </c:pt>
                <c:pt idx="1350">
                  <c:v>13.499999999999757</c:v>
                </c:pt>
                <c:pt idx="1351">
                  <c:v>13.509999999999756</c:v>
                </c:pt>
                <c:pt idx="1352">
                  <c:v>13.519999999999756</c:v>
                </c:pt>
                <c:pt idx="1353">
                  <c:v>13.529999999999756</c:v>
                </c:pt>
                <c:pt idx="1354">
                  <c:v>13.539999999999756</c:v>
                </c:pt>
                <c:pt idx="1355">
                  <c:v>13.549999999999756</c:v>
                </c:pt>
                <c:pt idx="1356">
                  <c:v>13.559999999999755</c:v>
                </c:pt>
                <c:pt idx="1357">
                  <c:v>13.569999999999755</c:v>
                </c:pt>
                <c:pt idx="1358">
                  <c:v>13.579999999999755</c:v>
                </c:pt>
                <c:pt idx="1359">
                  <c:v>13.589999999999755</c:v>
                </c:pt>
                <c:pt idx="1360">
                  <c:v>13.599999999999755</c:v>
                </c:pt>
                <c:pt idx="1361">
                  <c:v>13.609999999999754</c:v>
                </c:pt>
                <c:pt idx="1362">
                  <c:v>13.619999999999754</c:v>
                </c:pt>
                <c:pt idx="1363">
                  <c:v>13.629999999999754</c:v>
                </c:pt>
                <c:pt idx="1364">
                  <c:v>13.639999999999754</c:v>
                </c:pt>
                <c:pt idx="1365">
                  <c:v>13.649999999999753</c:v>
                </c:pt>
              </c:numCache>
            </c:numRef>
          </c:xVal>
          <c:yVal>
            <c:numRef>
              <c:f>'Scope Project'!$D$14:$D$1379</c:f>
              <c:numCache>
                <c:formatCode>General</c:formatCode>
                <c:ptCount val="136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250</c:v>
                </c:pt>
                <c:pt idx="277">
                  <c:v>250</c:v>
                </c:pt>
                <c:pt idx="278">
                  <c:v>250</c:v>
                </c:pt>
                <c:pt idx="279">
                  <c:v>250</c:v>
                </c:pt>
                <c:pt idx="280">
                  <c:v>250</c:v>
                </c:pt>
                <c:pt idx="281">
                  <c:v>250</c:v>
                </c:pt>
                <c:pt idx="282">
                  <c:v>250</c:v>
                </c:pt>
                <c:pt idx="283">
                  <c:v>250</c:v>
                </c:pt>
                <c:pt idx="284">
                  <c:v>250</c:v>
                </c:pt>
                <c:pt idx="285">
                  <c:v>250</c:v>
                </c:pt>
                <c:pt idx="286">
                  <c:v>250</c:v>
                </c:pt>
                <c:pt idx="287">
                  <c:v>250</c:v>
                </c:pt>
                <c:pt idx="288">
                  <c:v>250</c:v>
                </c:pt>
                <c:pt idx="289">
                  <c:v>250</c:v>
                </c:pt>
                <c:pt idx="290">
                  <c:v>250</c:v>
                </c:pt>
                <c:pt idx="291">
                  <c:v>250</c:v>
                </c:pt>
                <c:pt idx="292">
                  <c:v>250</c:v>
                </c:pt>
                <c:pt idx="293">
                  <c:v>250</c:v>
                </c:pt>
                <c:pt idx="294">
                  <c:v>250</c:v>
                </c:pt>
                <c:pt idx="295">
                  <c:v>250</c:v>
                </c:pt>
                <c:pt idx="296">
                  <c:v>250</c:v>
                </c:pt>
                <c:pt idx="297">
                  <c:v>250</c:v>
                </c:pt>
                <c:pt idx="298">
                  <c:v>250</c:v>
                </c:pt>
                <c:pt idx="299">
                  <c:v>250</c:v>
                </c:pt>
                <c:pt idx="300">
                  <c:v>250</c:v>
                </c:pt>
                <c:pt idx="301">
                  <c:v>250</c:v>
                </c:pt>
                <c:pt idx="302">
                  <c:v>250</c:v>
                </c:pt>
                <c:pt idx="303">
                  <c:v>250</c:v>
                </c:pt>
                <c:pt idx="304">
                  <c:v>250</c:v>
                </c:pt>
                <c:pt idx="305">
                  <c:v>250</c:v>
                </c:pt>
                <c:pt idx="306">
                  <c:v>250</c:v>
                </c:pt>
                <c:pt idx="307">
                  <c:v>250</c:v>
                </c:pt>
                <c:pt idx="308">
                  <c:v>250</c:v>
                </c:pt>
                <c:pt idx="309">
                  <c:v>250</c:v>
                </c:pt>
                <c:pt idx="310">
                  <c:v>250</c:v>
                </c:pt>
                <c:pt idx="311">
                  <c:v>250</c:v>
                </c:pt>
                <c:pt idx="312">
                  <c:v>250</c:v>
                </c:pt>
                <c:pt idx="313">
                  <c:v>250</c:v>
                </c:pt>
                <c:pt idx="314">
                  <c:v>250</c:v>
                </c:pt>
                <c:pt idx="315">
                  <c:v>250</c:v>
                </c:pt>
                <c:pt idx="316">
                  <c:v>250</c:v>
                </c:pt>
                <c:pt idx="317">
                  <c:v>250</c:v>
                </c:pt>
                <c:pt idx="318">
                  <c:v>250</c:v>
                </c:pt>
                <c:pt idx="319">
                  <c:v>250</c:v>
                </c:pt>
                <c:pt idx="320">
                  <c:v>250</c:v>
                </c:pt>
                <c:pt idx="321">
                  <c:v>250</c:v>
                </c:pt>
                <c:pt idx="322">
                  <c:v>250</c:v>
                </c:pt>
                <c:pt idx="323">
                  <c:v>250</c:v>
                </c:pt>
                <c:pt idx="324">
                  <c:v>250</c:v>
                </c:pt>
                <c:pt idx="325">
                  <c:v>250</c:v>
                </c:pt>
                <c:pt idx="326">
                  <c:v>250</c:v>
                </c:pt>
                <c:pt idx="327">
                  <c:v>250</c:v>
                </c:pt>
                <c:pt idx="328">
                  <c:v>250</c:v>
                </c:pt>
                <c:pt idx="329">
                  <c:v>250</c:v>
                </c:pt>
                <c:pt idx="330">
                  <c:v>250</c:v>
                </c:pt>
                <c:pt idx="331">
                  <c:v>250</c:v>
                </c:pt>
                <c:pt idx="332">
                  <c:v>250</c:v>
                </c:pt>
                <c:pt idx="333">
                  <c:v>250</c:v>
                </c:pt>
                <c:pt idx="334">
                  <c:v>250</c:v>
                </c:pt>
                <c:pt idx="335">
                  <c:v>250</c:v>
                </c:pt>
                <c:pt idx="336">
                  <c:v>250</c:v>
                </c:pt>
                <c:pt idx="337">
                  <c:v>250</c:v>
                </c:pt>
                <c:pt idx="338">
                  <c:v>250</c:v>
                </c:pt>
                <c:pt idx="339">
                  <c:v>250</c:v>
                </c:pt>
                <c:pt idx="340">
                  <c:v>250</c:v>
                </c:pt>
                <c:pt idx="341">
                  <c:v>250</c:v>
                </c:pt>
                <c:pt idx="342">
                  <c:v>250</c:v>
                </c:pt>
                <c:pt idx="343">
                  <c:v>250</c:v>
                </c:pt>
                <c:pt idx="344">
                  <c:v>250</c:v>
                </c:pt>
                <c:pt idx="345">
                  <c:v>250</c:v>
                </c:pt>
                <c:pt idx="346">
                  <c:v>250</c:v>
                </c:pt>
                <c:pt idx="347">
                  <c:v>250</c:v>
                </c:pt>
                <c:pt idx="348">
                  <c:v>250</c:v>
                </c:pt>
                <c:pt idx="349">
                  <c:v>250</c:v>
                </c:pt>
                <c:pt idx="350">
                  <c:v>250</c:v>
                </c:pt>
                <c:pt idx="351">
                  <c:v>250</c:v>
                </c:pt>
                <c:pt idx="352">
                  <c:v>250</c:v>
                </c:pt>
                <c:pt idx="353">
                  <c:v>250</c:v>
                </c:pt>
                <c:pt idx="354">
                  <c:v>250</c:v>
                </c:pt>
                <c:pt idx="355">
                  <c:v>250</c:v>
                </c:pt>
                <c:pt idx="356">
                  <c:v>250</c:v>
                </c:pt>
                <c:pt idx="357">
                  <c:v>250</c:v>
                </c:pt>
                <c:pt idx="358">
                  <c:v>250</c:v>
                </c:pt>
                <c:pt idx="359">
                  <c:v>250</c:v>
                </c:pt>
                <c:pt idx="360">
                  <c:v>250</c:v>
                </c:pt>
                <c:pt idx="361">
                  <c:v>250</c:v>
                </c:pt>
                <c:pt idx="362">
                  <c:v>250</c:v>
                </c:pt>
                <c:pt idx="363">
                  <c:v>250</c:v>
                </c:pt>
                <c:pt idx="364">
                  <c:v>250</c:v>
                </c:pt>
                <c:pt idx="365">
                  <c:v>250</c:v>
                </c:pt>
                <c:pt idx="366">
                  <c:v>250</c:v>
                </c:pt>
                <c:pt idx="367">
                  <c:v>250</c:v>
                </c:pt>
                <c:pt idx="368">
                  <c:v>250</c:v>
                </c:pt>
                <c:pt idx="369">
                  <c:v>250</c:v>
                </c:pt>
                <c:pt idx="370">
                  <c:v>250</c:v>
                </c:pt>
                <c:pt idx="371">
                  <c:v>250</c:v>
                </c:pt>
                <c:pt idx="372">
                  <c:v>250</c:v>
                </c:pt>
                <c:pt idx="373">
                  <c:v>250</c:v>
                </c:pt>
                <c:pt idx="374">
                  <c:v>250</c:v>
                </c:pt>
                <c:pt idx="375">
                  <c:v>250</c:v>
                </c:pt>
                <c:pt idx="376">
                  <c:v>250</c:v>
                </c:pt>
                <c:pt idx="377">
                  <c:v>250</c:v>
                </c:pt>
                <c:pt idx="378">
                  <c:v>250</c:v>
                </c:pt>
                <c:pt idx="379">
                  <c:v>250</c:v>
                </c:pt>
                <c:pt idx="380">
                  <c:v>250</c:v>
                </c:pt>
                <c:pt idx="381">
                  <c:v>250</c:v>
                </c:pt>
                <c:pt idx="382">
                  <c:v>250</c:v>
                </c:pt>
                <c:pt idx="383">
                  <c:v>250</c:v>
                </c:pt>
                <c:pt idx="384">
                  <c:v>250</c:v>
                </c:pt>
                <c:pt idx="385">
                  <c:v>250</c:v>
                </c:pt>
                <c:pt idx="386">
                  <c:v>250</c:v>
                </c:pt>
                <c:pt idx="387">
                  <c:v>250</c:v>
                </c:pt>
                <c:pt idx="388">
                  <c:v>250</c:v>
                </c:pt>
                <c:pt idx="389">
                  <c:v>250</c:v>
                </c:pt>
                <c:pt idx="390">
                  <c:v>250</c:v>
                </c:pt>
                <c:pt idx="391">
                  <c:v>250</c:v>
                </c:pt>
                <c:pt idx="392">
                  <c:v>250</c:v>
                </c:pt>
                <c:pt idx="393">
                  <c:v>250</c:v>
                </c:pt>
                <c:pt idx="394">
                  <c:v>250</c:v>
                </c:pt>
                <c:pt idx="395">
                  <c:v>250</c:v>
                </c:pt>
                <c:pt idx="396">
                  <c:v>250</c:v>
                </c:pt>
                <c:pt idx="397">
                  <c:v>250</c:v>
                </c:pt>
                <c:pt idx="398">
                  <c:v>250</c:v>
                </c:pt>
                <c:pt idx="399">
                  <c:v>250</c:v>
                </c:pt>
                <c:pt idx="400">
                  <c:v>250</c:v>
                </c:pt>
                <c:pt idx="401">
                  <c:v>250</c:v>
                </c:pt>
                <c:pt idx="402">
                  <c:v>250</c:v>
                </c:pt>
                <c:pt idx="403">
                  <c:v>250</c:v>
                </c:pt>
                <c:pt idx="404">
                  <c:v>250</c:v>
                </c:pt>
                <c:pt idx="405">
                  <c:v>250</c:v>
                </c:pt>
                <c:pt idx="406">
                  <c:v>250</c:v>
                </c:pt>
                <c:pt idx="407">
                  <c:v>250</c:v>
                </c:pt>
                <c:pt idx="408">
                  <c:v>250</c:v>
                </c:pt>
                <c:pt idx="409">
                  <c:v>250</c:v>
                </c:pt>
                <c:pt idx="410">
                  <c:v>250</c:v>
                </c:pt>
                <c:pt idx="411">
                  <c:v>250</c:v>
                </c:pt>
                <c:pt idx="412">
                  <c:v>250</c:v>
                </c:pt>
                <c:pt idx="413">
                  <c:v>250</c:v>
                </c:pt>
                <c:pt idx="414">
                  <c:v>250</c:v>
                </c:pt>
                <c:pt idx="415">
                  <c:v>250</c:v>
                </c:pt>
                <c:pt idx="416">
                  <c:v>250</c:v>
                </c:pt>
                <c:pt idx="417">
                  <c:v>250</c:v>
                </c:pt>
                <c:pt idx="418">
                  <c:v>250</c:v>
                </c:pt>
                <c:pt idx="419">
                  <c:v>250</c:v>
                </c:pt>
                <c:pt idx="420">
                  <c:v>250</c:v>
                </c:pt>
                <c:pt idx="421">
                  <c:v>250</c:v>
                </c:pt>
                <c:pt idx="422">
                  <c:v>250</c:v>
                </c:pt>
                <c:pt idx="423">
                  <c:v>250</c:v>
                </c:pt>
                <c:pt idx="424">
                  <c:v>250</c:v>
                </c:pt>
                <c:pt idx="425">
                  <c:v>250</c:v>
                </c:pt>
                <c:pt idx="426">
                  <c:v>250</c:v>
                </c:pt>
                <c:pt idx="427">
                  <c:v>250</c:v>
                </c:pt>
                <c:pt idx="428">
                  <c:v>250</c:v>
                </c:pt>
                <c:pt idx="429">
                  <c:v>250</c:v>
                </c:pt>
                <c:pt idx="430">
                  <c:v>250</c:v>
                </c:pt>
                <c:pt idx="431">
                  <c:v>250</c:v>
                </c:pt>
                <c:pt idx="432">
                  <c:v>250</c:v>
                </c:pt>
                <c:pt idx="433">
                  <c:v>250</c:v>
                </c:pt>
                <c:pt idx="434">
                  <c:v>250</c:v>
                </c:pt>
                <c:pt idx="435">
                  <c:v>250</c:v>
                </c:pt>
                <c:pt idx="436">
                  <c:v>250</c:v>
                </c:pt>
                <c:pt idx="437">
                  <c:v>250</c:v>
                </c:pt>
                <c:pt idx="438">
                  <c:v>250</c:v>
                </c:pt>
                <c:pt idx="439">
                  <c:v>250</c:v>
                </c:pt>
                <c:pt idx="440">
                  <c:v>250</c:v>
                </c:pt>
                <c:pt idx="441">
                  <c:v>250</c:v>
                </c:pt>
                <c:pt idx="442">
                  <c:v>250</c:v>
                </c:pt>
                <c:pt idx="443">
                  <c:v>250</c:v>
                </c:pt>
                <c:pt idx="444">
                  <c:v>250</c:v>
                </c:pt>
                <c:pt idx="445">
                  <c:v>250</c:v>
                </c:pt>
                <c:pt idx="446">
                  <c:v>250</c:v>
                </c:pt>
                <c:pt idx="447">
                  <c:v>250</c:v>
                </c:pt>
                <c:pt idx="448">
                  <c:v>250</c:v>
                </c:pt>
                <c:pt idx="449">
                  <c:v>250</c:v>
                </c:pt>
                <c:pt idx="450">
                  <c:v>250</c:v>
                </c:pt>
                <c:pt idx="451">
                  <c:v>250</c:v>
                </c:pt>
                <c:pt idx="452">
                  <c:v>250</c:v>
                </c:pt>
                <c:pt idx="453">
                  <c:v>250</c:v>
                </c:pt>
                <c:pt idx="454">
                  <c:v>250</c:v>
                </c:pt>
                <c:pt idx="455">
                  <c:v>250</c:v>
                </c:pt>
                <c:pt idx="456">
                  <c:v>250</c:v>
                </c:pt>
                <c:pt idx="457">
                  <c:v>250</c:v>
                </c:pt>
                <c:pt idx="458">
                  <c:v>250</c:v>
                </c:pt>
                <c:pt idx="459">
                  <c:v>250</c:v>
                </c:pt>
                <c:pt idx="460">
                  <c:v>250</c:v>
                </c:pt>
                <c:pt idx="461">
                  <c:v>250</c:v>
                </c:pt>
                <c:pt idx="462">
                  <c:v>250</c:v>
                </c:pt>
                <c:pt idx="463">
                  <c:v>250</c:v>
                </c:pt>
                <c:pt idx="464">
                  <c:v>250</c:v>
                </c:pt>
                <c:pt idx="465">
                  <c:v>250</c:v>
                </c:pt>
                <c:pt idx="466">
                  <c:v>250</c:v>
                </c:pt>
                <c:pt idx="467">
                  <c:v>250</c:v>
                </c:pt>
                <c:pt idx="468">
                  <c:v>250</c:v>
                </c:pt>
                <c:pt idx="469">
                  <c:v>250</c:v>
                </c:pt>
                <c:pt idx="470">
                  <c:v>250</c:v>
                </c:pt>
                <c:pt idx="471">
                  <c:v>250</c:v>
                </c:pt>
                <c:pt idx="472">
                  <c:v>250</c:v>
                </c:pt>
                <c:pt idx="473">
                  <c:v>250</c:v>
                </c:pt>
                <c:pt idx="474">
                  <c:v>250</c:v>
                </c:pt>
                <c:pt idx="475">
                  <c:v>250</c:v>
                </c:pt>
                <c:pt idx="476">
                  <c:v>250</c:v>
                </c:pt>
                <c:pt idx="477">
                  <c:v>250</c:v>
                </c:pt>
                <c:pt idx="478">
                  <c:v>250</c:v>
                </c:pt>
                <c:pt idx="479">
                  <c:v>250</c:v>
                </c:pt>
                <c:pt idx="480">
                  <c:v>250</c:v>
                </c:pt>
                <c:pt idx="481">
                  <c:v>250</c:v>
                </c:pt>
                <c:pt idx="482">
                  <c:v>250</c:v>
                </c:pt>
                <c:pt idx="483">
                  <c:v>250</c:v>
                </c:pt>
                <c:pt idx="484">
                  <c:v>250</c:v>
                </c:pt>
                <c:pt idx="485">
                  <c:v>250</c:v>
                </c:pt>
                <c:pt idx="486">
                  <c:v>250</c:v>
                </c:pt>
                <c:pt idx="487">
                  <c:v>250</c:v>
                </c:pt>
                <c:pt idx="488">
                  <c:v>250</c:v>
                </c:pt>
                <c:pt idx="489">
                  <c:v>250</c:v>
                </c:pt>
                <c:pt idx="490">
                  <c:v>250</c:v>
                </c:pt>
                <c:pt idx="491">
                  <c:v>250</c:v>
                </c:pt>
                <c:pt idx="492">
                  <c:v>250</c:v>
                </c:pt>
                <c:pt idx="493">
                  <c:v>250</c:v>
                </c:pt>
                <c:pt idx="494">
                  <c:v>250</c:v>
                </c:pt>
                <c:pt idx="495">
                  <c:v>250</c:v>
                </c:pt>
                <c:pt idx="496">
                  <c:v>250</c:v>
                </c:pt>
                <c:pt idx="497">
                  <c:v>250</c:v>
                </c:pt>
                <c:pt idx="498">
                  <c:v>250</c:v>
                </c:pt>
                <c:pt idx="499">
                  <c:v>250</c:v>
                </c:pt>
                <c:pt idx="500">
                  <c:v>250</c:v>
                </c:pt>
                <c:pt idx="501">
                  <c:v>250</c:v>
                </c:pt>
                <c:pt idx="502">
                  <c:v>250</c:v>
                </c:pt>
                <c:pt idx="503">
                  <c:v>250</c:v>
                </c:pt>
                <c:pt idx="504">
                  <c:v>250</c:v>
                </c:pt>
                <c:pt idx="505">
                  <c:v>250</c:v>
                </c:pt>
                <c:pt idx="506">
                  <c:v>250</c:v>
                </c:pt>
                <c:pt idx="507">
                  <c:v>250</c:v>
                </c:pt>
                <c:pt idx="508">
                  <c:v>250</c:v>
                </c:pt>
                <c:pt idx="509">
                  <c:v>250</c:v>
                </c:pt>
                <c:pt idx="510">
                  <c:v>250</c:v>
                </c:pt>
                <c:pt idx="511">
                  <c:v>250</c:v>
                </c:pt>
                <c:pt idx="512">
                  <c:v>250</c:v>
                </c:pt>
                <c:pt idx="513">
                  <c:v>250</c:v>
                </c:pt>
                <c:pt idx="514">
                  <c:v>250</c:v>
                </c:pt>
                <c:pt idx="515">
                  <c:v>250</c:v>
                </c:pt>
                <c:pt idx="516">
                  <c:v>250</c:v>
                </c:pt>
                <c:pt idx="517">
                  <c:v>250</c:v>
                </c:pt>
                <c:pt idx="518">
                  <c:v>250</c:v>
                </c:pt>
                <c:pt idx="519">
                  <c:v>250</c:v>
                </c:pt>
                <c:pt idx="520">
                  <c:v>250</c:v>
                </c:pt>
                <c:pt idx="521">
                  <c:v>250</c:v>
                </c:pt>
                <c:pt idx="522">
                  <c:v>250</c:v>
                </c:pt>
                <c:pt idx="523">
                  <c:v>250</c:v>
                </c:pt>
                <c:pt idx="524">
                  <c:v>250</c:v>
                </c:pt>
                <c:pt idx="525">
                  <c:v>250</c:v>
                </c:pt>
                <c:pt idx="526">
                  <c:v>250</c:v>
                </c:pt>
                <c:pt idx="527">
                  <c:v>250</c:v>
                </c:pt>
                <c:pt idx="528">
                  <c:v>250</c:v>
                </c:pt>
                <c:pt idx="529">
                  <c:v>250</c:v>
                </c:pt>
                <c:pt idx="530">
                  <c:v>250</c:v>
                </c:pt>
                <c:pt idx="531">
                  <c:v>250</c:v>
                </c:pt>
                <c:pt idx="532">
                  <c:v>250</c:v>
                </c:pt>
                <c:pt idx="533">
                  <c:v>250</c:v>
                </c:pt>
                <c:pt idx="534">
                  <c:v>250</c:v>
                </c:pt>
                <c:pt idx="535">
                  <c:v>250</c:v>
                </c:pt>
                <c:pt idx="536">
                  <c:v>250</c:v>
                </c:pt>
                <c:pt idx="537">
                  <c:v>250</c:v>
                </c:pt>
                <c:pt idx="538">
                  <c:v>250</c:v>
                </c:pt>
                <c:pt idx="539">
                  <c:v>250</c:v>
                </c:pt>
                <c:pt idx="540">
                  <c:v>250</c:v>
                </c:pt>
                <c:pt idx="541">
                  <c:v>250</c:v>
                </c:pt>
                <c:pt idx="542">
                  <c:v>250</c:v>
                </c:pt>
                <c:pt idx="543">
                  <c:v>250</c:v>
                </c:pt>
                <c:pt idx="544">
                  <c:v>250</c:v>
                </c:pt>
                <c:pt idx="545">
                  <c:v>250</c:v>
                </c:pt>
                <c:pt idx="546">
                  <c:v>250</c:v>
                </c:pt>
                <c:pt idx="547">
                  <c:v>250</c:v>
                </c:pt>
                <c:pt idx="548">
                  <c:v>250</c:v>
                </c:pt>
                <c:pt idx="549">
                  <c:v>250</c:v>
                </c:pt>
                <c:pt idx="550">
                  <c:v>250</c:v>
                </c:pt>
                <c:pt idx="551">
                  <c:v>250</c:v>
                </c:pt>
                <c:pt idx="552">
                  <c:v>250</c:v>
                </c:pt>
                <c:pt idx="553">
                  <c:v>250</c:v>
                </c:pt>
                <c:pt idx="554">
                  <c:v>250</c:v>
                </c:pt>
                <c:pt idx="555">
                  <c:v>250</c:v>
                </c:pt>
                <c:pt idx="556">
                  <c:v>250</c:v>
                </c:pt>
                <c:pt idx="557">
                  <c:v>250</c:v>
                </c:pt>
                <c:pt idx="558">
                  <c:v>250</c:v>
                </c:pt>
                <c:pt idx="559">
                  <c:v>250</c:v>
                </c:pt>
                <c:pt idx="560">
                  <c:v>250</c:v>
                </c:pt>
                <c:pt idx="561">
                  <c:v>250</c:v>
                </c:pt>
                <c:pt idx="562">
                  <c:v>250</c:v>
                </c:pt>
                <c:pt idx="563">
                  <c:v>250</c:v>
                </c:pt>
                <c:pt idx="564">
                  <c:v>250</c:v>
                </c:pt>
                <c:pt idx="565">
                  <c:v>250</c:v>
                </c:pt>
                <c:pt idx="566">
                  <c:v>250</c:v>
                </c:pt>
                <c:pt idx="567">
                  <c:v>250</c:v>
                </c:pt>
                <c:pt idx="568">
                  <c:v>250</c:v>
                </c:pt>
                <c:pt idx="569">
                  <c:v>250</c:v>
                </c:pt>
                <c:pt idx="570">
                  <c:v>250</c:v>
                </c:pt>
                <c:pt idx="571">
                  <c:v>250</c:v>
                </c:pt>
                <c:pt idx="572">
                  <c:v>250</c:v>
                </c:pt>
                <c:pt idx="573">
                  <c:v>250</c:v>
                </c:pt>
                <c:pt idx="574">
                  <c:v>250</c:v>
                </c:pt>
                <c:pt idx="575">
                  <c:v>250</c:v>
                </c:pt>
                <c:pt idx="576">
                  <c:v>250</c:v>
                </c:pt>
                <c:pt idx="577">
                  <c:v>250</c:v>
                </c:pt>
                <c:pt idx="578">
                  <c:v>250</c:v>
                </c:pt>
                <c:pt idx="579">
                  <c:v>250</c:v>
                </c:pt>
                <c:pt idx="580">
                  <c:v>250</c:v>
                </c:pt>
                <c:pt idx="581">
                  <c:v>250</c:v>
                </c:pt>
                <c:pt idx="582">
                  <c:v>250</c:v>
                </c:pt>
                <c:pt idx="583">
                  <c:v>250</c:v>
                </c:pt>
                <c:pt idx="584">
                  <c:v>250</c:v>
                </c:pt>
                <c:pt idx="585">
                  <c:v>250</c:v>
                </c:pt>
                <c:pt idx="586">
                  <c:v>250</c:v>
                </c:pt>
                <c:pt idx="587">
                  <c:v>250</c:v>
                </c:pt>
                <c:pt idx="588">
                  <c:v>250</c:v>
                </c:pt>
                <c:pt idx="589">
                  <c:v>250</c:v>
                </c:pt>
                <c:pt idx="590">
                  <c:v>250</c:v>
                </c:pt>
                <c:pt idx="591">
                  <c:v>250</c:v>
                </c:pt>
                <c:pt idx="592">
                  <c:v>250</c:v>
                </c:pt>
                <c:pt idx="593">
                  <c:v>250</c:v>
                </c:pt>
                <c:pt idx="594">
                  <c:v>250</c:v>
                </c:pt>
                <c:pt idx="595">
                  <c:v>250</c:v>
                </c:pt>
                <c:pt idx="596">
                  <c:v>250</c:v>
                </c:pt>
                <c:pt idx="597">
                  <c:v>250</c:v>
                </c:pt>
                <c:pt idx="598">
                  <c:v>250</c:v>
                </c:pt>
                <c:pt idx="599">
                  <c:v>250</c:v>
                </c:pt>
                <c:pt idx="600">
                  <c:v>250</c:v>
                </c:pt>
                <c:pt idx="601">
                  <c:v>250</c:v>
                </c:pt>
                <c:pt idx="602">
                  <c:v>250</c:v>
                </c:pt>
                <c:pt idx="603">
                  <c:v>250</c:v>
                </c:pt>
                <c:pt idx="604">
                  <c:v>250</c:v>
                </c:pt>
                <c:pt idx="605">
                  <c:v>250</c:v>
                </c:pt>
                <c:pt idx="606">
                  <c:v>250</c:v>
                </c:pt>
                <c:pt idx="607">
                  <c:v>250</c:v>
                </c:pt>
                <c:pt idx="608">
                  <c:v>250</c:v>
                </c:pt>
                <c:pt idx="609">
                  <c:v>250</c:v>
                </c:pt>
                <c:pt idx="610">
                  <c:v>250</c:v>
                </c:pt>
                <c:pt idx="611">
                  <c:v>250</c:v>
                </c:pt>
                <c:pt idx="612">
                  <c:v>250</c:v>
                </c:pt>
                <c:pt idx="613">
                  <c:v>250</c:v>
                </c:pt>
                <c:pt idx="614">
                  <c:v>250</c:v>
                </c:pt>
                <c:pt idx="615">
                  <c:v>250</c:v>
                </c:pt>
                <c:pt idx="616">
                  <c:v>250</c:v>
                </c:pt>
                <c:pt idx="617">
                  <c:v>250</c:v>
                </c:pt>
                <c:pt idx="618">
                  <c:v>250</c:v>
                </c:pt>
                <c:pt idx="619">
                  <c:v>250</c:v>
                </c:pt>
                <c:pt idx="620">
                  <c:v>250</c:v>
                </c:pt>
                <c:pt idx="621">
                  <c:v>250</c:v>
                </c:pt>
                <c:pt idx="622">
                  <c:v>250</c:v>
                </c:pt>
                <c:pt idx="623">
                  <c:v>250</c:v>
                </c:pt>
                <c:pt idx="624">
                  <c:v>250</c:v>
                </c:pt>
                <c:pt idx="625">
                  <c:v>250</c:v>
                </c:pt>
                <c:pt idx="626">
                  <c:v>250</c:v>
                </c:pt>
                <c:pt idx="627">
                  <c:v>250</c:v>
                </c:pt>
                <c:pt idx="628">
                  <c:v>250</c:v>
                </c:pt>
                <c:pt idx="629">
                  <c:v>250</c:v>
                </c:pt>
                <c:pt idx="630">
                  <c:v>250</c:v>
                </c:pt>
                <c:pt idx="631">
                  <c:v>250</c:v>
                </c:pt>
                <c:pt idx="632">
                  <c:v>250</c:v>
                </c:pt>
                <c:pt idx="633">
                  <c:v>250</c:v>
                </c:pt>
                <c:pt idx="634">
                  <c:v>250</c:v>
                </c:pt>
                <c:pt idx="635">
                  <c:v>250</c:v>
                </c:pt>
                <c:pt idx="636">
                  <c:v>250</c:v>
                </c:pt>
                <c:pt idx="637">
                  <c:v>250</c:v>
                </c:pt>
                <c:pt idx="638">
                  <c:v>250</c:v>
                </c:pt>
                <c:pt idx="639">
                  <c:v>250</c:v>
                </c:pt>
                <c:pt idx="640">
                  <c:v>250</c:v>
                </c:pt>
                <c:pt idx="641">
                  <c:v>250</c:v>
                </c:pt>
                <c:pt idx="642">
                  <c:v>250</c:v>
                </c:pt>
                <c:pt idx="643">
                  <c:v>250</c:v>
                </c:pt>
                <c:pt idx="644">
                  <c:v>250</c:v>
                </c:pt>
                <c:pt idx="645">
                  <c:v>250</c:v>
                </c:pt>
                <c:pt idx="646">
                  <c:v>250</c:v>
                </c:pt>
                <c:pt idx="647">
                  <c:v>250</c:v>
                </c:pt>
                <c:pt idx="648">
                  <c:v>250</c:v>
                </c:pt>
                <c:pt idx="649">
                  <c:v>250</c:v>
                </c:pt>
                <c:pt idx="650">
                  <c:v>250</c:v>
                </c:pt>
                <c:pt idx="651">
                  <c:v>250</c:v>
                </c:pt>
                <c:pt idx="652">
                  <c:v>250</c:v>
                </c:pt>
                <c:pt idx="653">
                  <c:v>250</c:v>
                </c:pt>
                <c:pt idx="654">
                  <c:v>250</c:v>
                </c:pt>
                <c:pt idx="655">
                  <c:v>250</c:v>
                </c:pt>
                <c:pt idx="656">
                  <c:v>250</c:v>
                </c:pt>
                <c:pt idx="657">
                  <c:v>250</c:v>
                </c:pt>
                <c:pt idx="658">
                  <c:v>250</c:v>
                </c:pt>
                <c:pt idx="659">
                  <c:v>250</c:v>
                </c:pt>
                <c:pt idx="660">
                  <c:v>250</c:v>
                </c:pt>
                <c:pt idx="661">
                  <c:v>250</c:v>
                </c:pt>
                <c:pt idx="662">
                  <c:v>250</c:v>
                </c:pt>
                <c:pt idx="663">
                  <c:v>250</c:v>
                </c:pt>
                <c:pt idx="664">
                  <c:v>250</c:v>
                </c:pt>
                <c:pt idx="665">
                  <c:v>250</c:v>
                </c:pt>
                <c:pt idx="666">
                  <c:v>250</c:v>
                </c:pt>
                <c:pt idx="667">
                  <c:v>250</c:v>
                </c:pt>
                <c:pt idx="668">
                  <c:v>250</c:v>
                </c:pt>
                <c:pt idx="669">
                  <c:v>250</c:v>
                </c:pt>
                <c:pt idx="670">
                  <c:v>250</c:v>
                </c:pt>
                <c:pt idx="671">
                  <c:v>250</c:v>
                </c:pt>
                <c:pt idx="672">
                  <c:v>250</c:v>
                </c:pt>
                <c:pt idx="673">
                  <c:v>250</c:v>
                </c:pt>
                <c:pt idx="674">
                  <c:v>250</c:v>
                </c:pt>
                <c:pt idx="675">
                  <c:v>250</c:v>
                </c:pt>
                <c:pt idx="676">
                  <c:v>250</c:v>
                </c:pt>
                <c:pt idx="677">
                  <c:v>250</c:v>
                </c:pt>
                <c:pt idx="678">
                  <c:v>250</c:v>
                </c:pt>
                <c:pt idx="679">
                  <c:v>250</c:v>
                </c:pt>
                <c:pt idx="680">
                  <c:v>250</c:v>
                </c:pt>
                <c:pt idx="681">
                  <c:v>250</c:v>
                </c:pt>
                <c:pt idx="682">
                  <c:v>250</c:v>
                </c:pt>
                <c:pt idx="683">
                  <c:v>250</c:v>
                </c:pt>
                <c:pt idx="684">
                  <c:v>250</c:v>
                </c:pt>
                <c:pt idx="685">
                  <c:v>250</c:v>
                </c:pt>
                <c:pt idx="686">
                  <c:v>250</c:v>
                </c:pt>
                <c:pt idx="687">
                  <c:v>250</c:v>
                </c:pt>
                <c:pt idx="688">
                  <c:v>250</c:v>
                </c:pt>
                <c:pt idx="689">
                  <c:v>250</c:v>
                </c:pt>
                <c:pt idx="690">
                  <c:v>250</c:v>
                </c:pt>
                <c:pt idx="691">
                  <c:v>250</c:v>
                </c:pt>
                <c:pt idx="692">
                  <c:v>250</c:v>
                </c:pt>
                <c:pt idx="693">
                  <c:v>250</c:v>
                </c:pt>
                <c:pt idx="694">
                  <c:v>250</c:v>
                </c:pt>
                <c:pt idx="695">
                  <c:v>250</c:v>
                </c:pt>
                <c:pt idx="696">
                  <c:v>250</c:v>
                </c:pt>
                <c:pt idx="697">
                  <c:v>250</c:v>
                </c:pt>
                <c:pt idx="698">
                  <c:v>250</c:v>
                </c:pt>
                <c:pt idx="699">
                  <c:v>250</c:v>
                </c:pt>
                <c:pt idx="700">
                  <c:v>250</c:v>
                </c:pt>
                <c:pt idx="701">
                  <c:v>250</c:v>
                </c:pt>
                <c:pt idx="702">
                  <c:v>250</c:v>
                </c:pt>
                <c:pt idx="703">
                  <c:v>250</c:v>
                </c:pt>
                <c:pt idx="704">
                  <c:v>250</c:v>
                </c:pt>
                <c:pt idx="705">
                  <c:v>250</c:v>
                </c:pt>
                <c:pt idx="706">
                  <c:v>250</c:v>
                </c:pt>
                <c:pt idx="707">
                  <c:v>250</c:v>
                </c:pt>
                <c:pt idx="708">
                  <c:v>250</c:v>
                </c:pt>
                <c:pt idx="709">
                  <c:v>250</c:v>
                </c:pt>
                <c:pt idx="710">
                  <c:v>250</c:v>
                </c:pt>
                <c:pt idx="711">
                  <c:v>250</c:v>
                </c:pt>
                <c:pt idx="712">
                  <c:v>250</c:v>
                </c:pt>
                <c:pt idx="713">
                  <c:v>250</c:v>
                </c:pt>
                <c:pt idx="714">
                  <c:v>250</c:v>
                </c:pt>
                <c:pt idx="715">
                  <c:v>250</c:v>
                </c:pt>
                <c:pt idx="716">
                  <c:v>250</c:v>
                </c:pt>
                <c:pt idx="717">
                  <c:v>250</c:v>
                </c:pt>
                <c:pt idx="718">
                  <c:v>250</c:v>
                </c:pt>
                <c:pt idx="719">
                  <c:v>250</c:v>
                </c:pt>
                <c:pt idx="720">
                  <c:v>250</c:v>
                </c:pt>
                <c:pt idx="721">
                  <c:v>250</c:v>
                </c:pt>
                <c:pt idx="722">
                  <c:v>250</c:v>
                </c:pt>
                <c:pt idx="723">
                  <c:v>250</c:v>
                </c:pt>
                <c:pt idx="724">
                  <c:v>250</c:v>
                </c:pt>
                <c:pt idx="725">
                  <c:v>250</c:v>
                </c:pt>
                <c:pt idx="726">
                  <c:v>250</c:v>
                </c:pt>
                <c:pt idx="727">
                  <c:v>250</c:v>
                </c:pt>
                <c:pt idx="728">
                  <c:v>250</c:v>
                </c:pt>
                <c:pt idx="729">
                  <c:v>250</c:v>
                </c:pt>
                <c:pt idx="730">
                  <c:v>250</c:v>
                </c:pt>
                <c:pt idx="731">
                  <c:v>250</c:v>
                </c:pt>
                <c:pt idx="732">
                  <c:v>250</c:v>
                </c:pt>
                <c:pt idx="733">
                  <c:v>250</c:v>
                </c:pt>
                <c:pt idx="734">
                  <c:v>250</c:v>
                </c:pt>
                <c:pt idx="735">
                  <c:v>250</c:v>
                </c:pt>
                <c:pt idx="736">
                  <c:v>250</c:v>
                </c:pt>
                <c:pt idx="737">
                  <c:v>250</c:v>
                </c:pt>
                <c:pt idx="738">
                  <c:v>250</c:v>
                </c:pt>
                <c:pt idx="739">
                  <c:v>250</c:v>
                </c:pt>
                <c:pt idx="740">
                  <c:v>250</c:v>
                </c:pt>
                <c:pt idx="741">
                  <c:v>250</c:v>
                </c:pt>
                <c:pt idx="742">
                  <c:v>250</c:v>
                </c:pt>
                <c:pt idx="743">
                  <c:v>250</c:v>
                </c:pt>
                <c:pt idx="744">
                  <c:v>250</c:v>
                </c:pt>
                <c:pt idx="745">
                  <c:v>250</c:v>
                </c:pt>
                <c:pt idx="746">
                  <c:v>250</c:v>
                </c:pt>
                <c:pt idx="747">
                  <c:v>250</c:v>
                </c:pt>
                <c:pt idx="748">
                  <c:v>250</c:v>
                </c:pt>
                <c:pt idx="749">
                  <c:v>250</c:v>
                </c:pt>
                <c:pt idx="750">
                  <c:v>250</c:v>
                </c:pt>
                <c:pt idx="751">
                  <c:v>250</c:v>
                </c:pt>
                <c:pt idx="752">
                  <c:v>250</c:v>
                </c:pt>
                <c:pt idx="753">
                  <c:v>250</c:v>
                </c:pt>
                <c:pt idx="754">
                  <c:v>250</c:v>
                </c:pt>
                <c:pt idx="755">
                  <c:v>250</c:v>
                </c:pt>
                <c:pt idx="756">
                  <c:v>250</c:v>
                </c:pt>
                <c:pt idx="757">
                  <c:v>250</c:v>
                </c:pt>
                <c:pt idx="758">
                  <c:v>250</c:v>
                </c:pt>
                <c:pt idx="759">
                  <c:v>250</c:v>
                </c:pt>
                <c:pt idx="760">
                  <c:v>250</c:v>
                </c:pt>
                <c:pt idx="761">
                  <c:v>250</c:v>
                </c:pt>
                <c:pt idx="762">
                  <c:v>250</c:v>
                </c:pt>
                <c:pt idx="763">
                  <c:v>250</c:v>
                </c:pt>
                <c:pt idx="764">
                  <c:v>250</c:v>
                </c:pt>
                <c:pt idx="765">
                  <c:v>250</c:v>
                </c:pt>
                <c:pt idx="766">
                  <c:v>250</c:v>
                </c:pt>
                <c:pt idx="767">
                  <c:v>250</c:v>
                </c:pt>
                <c:pt idx="768">
                  <c:v>250</c:v>
                </c:pt>
                <c:pt idx="769">
                  <c:v>250</c:v>
                </c:pt>
                <c:pt idx="770">
                  <c:v>250</c:v>
                </c:pt>
                <c:pt idx="771">
                  <c:v>250</c:v>
                </c:pt>
                <c:pt idx="772">
                  <c:v>250</c:v>
                </c:pt>
                <c:pt idx="773">
                  <c:v>250</c:v>
                </c:pt>
                <c:pt idx="774">
                  <c:v>250</c:v>
                </c:pt>
                <c:pt idx="775">
                  <c:v>250</c:v>
                </c:pt>
                <c:pt idx="776">
                  <c:v>250</c:v>
                </c:pt>
                <c:pt idx="777">
                  <c:v>250</c:v>
                </c:pt>
                <c:pt idx="778">
                  <c:v>250</c:v>
                </c:pt>
                <c:pt idx="779">
                  <c:v>250</c:v>
                </c:pt>
                <c:pt idx="780">
                  <c:v>250</c:v>
                </c:pt>
                <c:pt idx="781">
                  <c:v>250</c:v>
                </c:pt>
                <c:pt idx="782">
                  <c:v>250</c:v>
                </c:pt>
                <c:pt idx="783">
                  <c:v>250</c:v>
                </c:pt>
                <c:pt idx="784">
                  <c:v>250</c:v>
                </c:pt>
                <c:pt idx="785">
                  <c:v>250</c:v>
                </c:pt>
                <c:pt idx="786">
                  <c:v>250</c:v>
                </c:pt>
                <c:pt idx="787">
                  <c:v>250</c:v>
                </c:pt>
                <c:pt idx="788">
                  <c:v>250</c:v>
                </c:pt>
                <c:pt idx="789">
                  <c:v>250</c:v>
                </c:pt>
                <c:pt idx="790">
                  <c:v>250</c:v>
                </c:pt>
                <c:pt idx="791">
                  <c:v>250</c:v>
                </c:pt>
                <c:pt idx="792">
                  <c:v>250</c:v>
                </c:pt>
                <c:pt idx="793">
                  <c:v>250</c:v>
                </c:pt>
                <c:pt idx="794">
                  <c:v>250</c:v>
                </c:pt>
                <c:pt idx="795">
                  <c:v>250</c:v>
                </c:pt>
                <c:pt idx="796">
                  <c:v>250</c:v>
                </c:pt>
                <c:pt idx="797">
                  <c:v>250</c:v>
                </c:pt>
                <c:pt idx="798">
                  <c:v>250</c:v>
                </c:pt>
                <c:pt idx="799">
                  <c:v>250</c:v>
                </c:pt>
                <c:pt idx="800">
                  <c:v>250</c:v>
                </c:pt>
                <c:pt idx="801">
                  <c:v>250</c:v>
                </c:pt>
                <c:pt idx="802">
                  <c:v>250</c:v>
                </c:pt>
                <c:pt idx="803">
                  <c:v>250</c:v>
                </c:pt>
                <c:pt idx="804">
                  <c:v>250</c:v>
                </c:pt>
                <c:pt idx="805">
                  <c:v>250</c:v>
                </c:pt>
                <c:pt idx="806">
                  <c:v>250</c:v>
                </c:pt>
                <c:pt idx="807">
                  <c:v>250</c:v>
                </c:pt>
                <c:pt idx="808">
                  <c:v>250</c:v>
                </c:pt>
                <c:pt idx="809">
                  <c:v>250</c:v>
                </c:pt>
                <c:pt idx="810">
                  <c:v>250</c:v>
                </c:pt>
                <c:pt idx="811">
                  <c:v>250</c:v>
                </c:pt>
                <c:pt idx="812">
                  <c:v>250</c:v>
                </c:pt>
                <c:pt idx="813">
                  <c:v>250</c:v>
                </c:pt>
                <c:pt idx="814">
                  <c:v>250</c:v>
                </c:pt>
                <c:pt idx="815">
                  <c:v>250</c:v>
                </c:pt>
                <c:pt idx="816">
                  <c:v>250</c:v>
                </c:pt>
                <c:pt idx="817">
                  <c:v>250</c:v>
                </c:pt>
                <c:pt idx="818">
                  <c:v>250</c:v>
                </c:pt>
                <c:pt idx="819">
                  <c:v>250</c:v>
                </c:pt>
                <c:pt idx="820">
                  <c:v>250</c:v>
                </c:pt>
                <c:pt idx="821">
                  <c:v>250</c:v>
                </c:pt>
                <c:pt idx="822">
                  <c:v>250</c:v>
                </c:pt>
                <c:pt idx="823">
                  <c:v>250</c:v>
                </c:pt>
                <c:pt idx="824">
                  <c:v>250</c:v>
                </c:pt>
                <c:pt idx="825">
                  <c:v>250</c:v>
                </c:pt>
                <c:pt idx="826">
                  <c:v>250</c:v>
                </c:pt>
                <c:pt idx="827">
                  <c:v>250</c:v>
                </c:pt>
                <c:pt idx="828">
                  <c:v>250</c:v>
                </c:pt>
                <c:pt idx="829">
                  <c:v>250</c:v>
                </c:pt>
                <c:pt idx="830">
                  <c:v>250</c:v>
                </c:pt>
                <c:pt idx="831">
                  <c:v>250</c:v>
                </c:pt>
                <c:pt idx="832">
                  <c:v>250</c:v>
                </c:pt>
                <c:pt idx="833">
                  <c:v>250</c:v>
                </c:pt>
                <c:pt idx="834">
                  <c:v>250</c:v>
                </c:pt>
                <c:pt idx="835">
                  <c:v>250</c:v>
                </c:pt>
                <c:pt idx="836">
                  <c:v>250</c:v>
                </c:pt>
                <c:pt idx="837">
                  <c:v>250</c:v>
                </c:pt>
                <c:pt idx="838">
                  <c:v>250</c:v>
                </c:pt>
                <c:pt idx="839">
                  <c:v>250</c:v>
                </c:pt>
                <c:pt idx="840">
                  <c:v>250</c:v>
                </c:pt>
                <c:pt idx="841">
                  <c:v>250</c:v>
                </c:pt>
                <c:pt idx="842">
                  <c:v>250</c:v>
                </c:pt>
                <c:pt idx="843">
                  <c:v>250</c:v>
                </c:pt>
                <c:pt idx="844">
                  <c:v>250</c:v>
                </c:pt>
                <c:pt idx="845">
                  <c:v>250</c:v>
                </c:pt>
                <c:pt idx="846">
                  <c:v>250</c:v>
                </c:pt>
                <c:pt idx="847">
                  <c:v>250</c:v>
                </c:pt>
                <c:pt idx="848">
                  <c:v>250</c:v>
                </c:pt>
                <c:pt idx="849">
                  <c:v>250</c:v>
                </c:pt>
                <c:pt idx="850">
                  <c:v>250</c:v>
                </c:pt>
                <c:pt idx="851">
                  <c:v>250</c:v>
                </c:pt>
                <c:pt idx="852">
                  <c:v>250</c:v>
                </c:pt>
                <c:pt idx="853">
                  <c:v>250</c:v>
                </c:pt>
                <c:pt idx="854">
                  <c:v>250</c:v>
                </c:pt>
                <c:pt idx="855">
                  <c:v>250</c:v>
                </c:pt>
                <c:pt idx="856">
                  <c:v>250</c:v>
                </c:pt>
                <c:pt idx="857">
                  <c:v>250</c:v>
                </c:pt>
                <c:pt idx="858">
                  <c:v>250</c:v>
                </c:pt>
                <c:pt idx="859">
                  <c:v>250</c:v>
                </c:pt>
                <c:pt idx="860">
                  <c:v>250</c:v>
                </c:pt>
                <c:pt idx="861">
                  <c:v>250</c:v>
                </c:pt>
                <c:pt idx="862">
                  <c:v>250</c:v>
                </c:pt>
                <c:pt idx="863">
                  <c:v>250</c:v>
                </c:pt>
                <c:pt idx="864">
                  <c:v>250</c:v>
                </c:pt>
                <c:pt idx="865">
                  <c:v>250</c:v>
                </c:pt>
                <c:pt idx="866">
                  <c:v>250</c:v>
                </c:pt>
                <c:pt idx="867">
                  <c:v>250</c:v>
                </c:pt>
                <c:pt idx="868">
                  <c:v>250</c:v>
                </c:pt>
                <c:pt idx="869">
                  <c:v>250</c:v>
                </c:pt>
                <c:pt idx="870">
                  <c:v>250</c:v>
                </c:pt>
                <c:pt idx="871">
                  <c:v>250</c:v>
                </c:pt>
                <c:pt idx="872">
                  <c:v>250</c:v>
                </c:pt>
                <c:pt idx="873">
                  <c:v>250</c:v>
                </c:pt>
                <c:pt idx="874">
                  <c:v>250</c:v>
                </c:pt>
                <c:pt idx="875">
                  <c:v>250</c:v>
                </c:pt>
                <c:pt idx="876">
                  <c:v>250</c:v>
                </c:pt>
                <c:pt idx="877">
                  <c:v>250</c:v>
                </c:pt>
                <c:pt idx="878">
                  <c:v>250</c:v>
                </c:pt>
                <c:pt idx="879">
                  <c:v>250</c:v>
                </c:pt>
                <c:pt idx="880">
                  <c:v>250</c:v>
                </c:pt>
                <c:pt idx="881">
                  <c:v>250</c:v>
                </c:pt>
                <c:pt idx="882">
                  <c:v>250</c:v>
                </c:pt>
                <c:pt idx="883">
                  <c:v>250</c:v>
                </c:pt>
                <c:pt idx="884">
                  <c:v>250</c:v>
                </c:pt>
                <c:pt idx="885">
                  <c:v>250</c:v>
                </c:pt>
                <c:pt idx="886">
                  <c:v>250</c:v>
                </c:pt>
                <c:pt idx="887">
                  <c:v>250</c:v>
                </c:pt>
                <c:pt idx="888">
                  <c:v>250</c:v>
                </c:pt>
                <c:pt idx="889">
                  <c:v>250</c:v>
                </c:pt>
                <c:pt idx="890">
                  <c:v>250</c:v>
                </c:pt>
                <c:pt idx="891">
                  <c:v>250</c:v>
                </c:pt>
                <c:pt idx="892">
                  <c:v>250</c:v>
                </c:pt>
                <c:pt idx="893">
                  <c:v>250</c:v>
                </c:pt>
                <c:pt idx="894">
                  <c:v>250</c:v>
                </c:pt>
                <c:pt idx="895">
                  <c:v>250</c:v>
                </c:pt>
                <c:pt idx="896">
                  <c:v>250</c:v>
                </c:pt>
                <c:pt idx="897">
                  <c:v>250</c:v>
                </c:pt>
                <c:pt idx="898">
                  <c:v>250</c:v>
                </c:pt>
                <c:pt idx="899">
                  <c:v>250</c:v>
                </c:pt>
                <c:pt idx="900">
                  <c:v>250</c:v>
                </c:pt>
                <c:pt idx="901">
                  <c:v>250</c:v>
                </c:pt>
                <c:pt idx="902">
                  <c:v>250</c:v>
                </c:pt>
                <c:pt idx="903">
                  <c:v>250</c:v>
                </c:pt>
                <c:pt idx="904">
                  <c:v>250</c:v>
                </c:pt>
                <c:pt idx="905">
                  <c:v>250</c:v>
                </c:pt>
                <c:pt idx="906">
                  <c:v>250</c:v>
                </c:pt>
                <c:pt idx="907">
                  <c:v>250</c:v>
                </c:pt>
                <c:pt idx="908">
                  <c:v>250</c:v>
                </c:pt>
                <c:pt idx="909">
                  <c:v>250</c:v>
                </c:pt>
                <c:pt idx="910">
                  <c:v>250</c:v>
                </c:pt>
                <c:pt idx="911">
                  <c:v>250</c:v>
                </c:pt>
                <c:pt idx="912">
                  <c:v>250</c:v>
                </c:pt>
                <c:pt idx="913">
                  <c:v>250</c:v>
                </c:pt>
                <c:pt idx="914">
                  <c:v>250</c:v>
                </c:pt>
                <c:pt idx="915">
                  <c:v>250</c:v>
                </c:pt>
                <c:pt idx="916">
                  <c:v>250</c:v>
                </c:pt>
                <c:pt idx="917">
                  <c:v>250</c:v>
                </c:pt>
                <c:pt idx="918">
                  <c:v>250</c:v>
                </c:pt>
                <c:pt idx="919">
                  <c:v>250</c:v>
                </c:pt>
                <c:pt idx="920">
                  <c:v>250</c:v>
                </c:pt>
                <c:pt idx="921">
                  <c:v>250</c:v>
                </c:pt>
                <c:pt idx="922">
                  <c:v>250</c:v>
                </c:pt>
                <c:pt idx="923">
                  <c:v>250</c:v>
                </c:pt>
                <c:pt idx="924">
                  <c:v>250</c:v>
                </c:pt>
                <c:pt idx="925">
                  <c:v>250</c:v>
                </c:pt>
                <c:pt idx="926">
                  <c:v>250</c:v>
                </c:pt>
                <c:pt idx="927">
                  <c:v>250</c:v>
                </c:pt>
                <c:pt idx="928">
                  <c:v>250</c:v>
                </c:pt>
                <c:pt idx="929">
                  <c:v>250</c:v>
                </c:pt>
                <c:pt idx="930">
                  <c:v>250</c:v>
                </c:pt>
                <c:pt idx="931">
                  <c:v>250</c:v>
                </c:pt>
                <c:pt idx="932">
                  <c:v>250</c:v>
                </c:pt>
                <c:pt idx="933">
                  <c:v>250</c:v>
                </c:pt>
                <c:pt idx="934">
                  <c:v>250</c:v>
                </c:pt>
                <c:pt idx="935">
                  <c:v>250</c:v>
                </c:pt>
                <c:pt idx="936">
                  <c:v>250</c:v>
                </c:pt>
                <c:pt idx="937">
                  <c:v>250</c:v>
                </c:pt>
                <c:pt idx="938">
                  <c:v>250</c:v>
                </c:pt>
                <c:pt idx="939">
                  <c:v>250</c:v>
                </c:pt>
                <c:pt idx="940">
                  <c:v>250</c:v>
                </c:pt>
                <c:pt idx="941">
                  <c:v>250</c:v>
                </c:pt>
                <c:pt idx="942">
                  <c:v>250</c:v>
                </c:pt>
                <c:pt idx="943">
                  <c:v>250</c:v>
                </c:pt>
                <c:pt idx="944">
                  <c:v>250</c:v>
                </c:pt>
                <c:pt idx="945">
                  <c:v>250</c:v>
                </c:pt>
                <c:pt idx="946">
                  <c:v>250</c:v>
                </c:pt>
                <c:pt idx="947">
                  <c:v>250</c:v>
                </c:pt>
                <c:pt idx="948">
                  <c:v>250</c:v>
                </c:pt>
                <c:pt idx="949">
                  <c:v>250</c:v>
                </c:pt>
                <c:pt idx="950">
                  <c:v>250</c:v>
                </c:pt>
                <c:pt idx="951">
                  <c:v>250</c:v>
                </c:pt>
                <c:pt idx="952">
                  <c:v>250</c:v>
                </c:pt>
                <c:pt idx="953">
                  <c:v>250</c:v>
                </c:pt>
                <c:pt idx="954">
                  <c:v>250</c:v>
                </c:pt>
                <c:pt idx="955">
                  <c:v>250</c:v>
                </c:pt>
                <c:pt idx="956">
                  <c:v>250</c:v>
                </c:pt>
                <c:pt idx="957">
                  <c:v>250</c:v>
                </c:pt>
                <c:pt idx="958">
                  <c:v>250</c:v>
                </c:pt>
                <c:pt idx="959">
                  <c:v>250</c:v>
                </c:pt>
                <c:pt idx="960">
                  <c:v>250</c:v>
                </c:pt>
                <c:pt idx="961">
                  <c:v>250</c:v>
                </c:pt>
                <c:pt idx="962">
                  <c:v>250</c:v>
                </c:pt>
                <c:pt idx="963">
                  <c:v>250</c:v>
                </c:pt>
                <c:pt idx="964">
                  <c:v>250</c:v>
                </c:pt>
                <c:pt idx="965">
                  <c:v>250</c:v>
                </c:pt>
                <c:pt idx="966">
                  <c:v>250</c:v>
                </c:pt>
                <c:pt idx="967">
                  <c:v>250</c:v>
                </c:pt>
                <c:pt idx="968">
                  <c:v>250</c:v>
                </c:pt>
                <c:pt idx="969">
                  <c:v>250</c:v>
                </c:pt>
                <c:pt idx="970">
                  <c:v>250</c:v>
                </c:pt>
                <c:pt idx="971">
                  <c:v>250</c:v>
                </c:pt>
                <c:pt idx="972">
                  <c:v>250</c:v>
                </c:pt>
                <c:pt idx="973">
                  <c:v>250</c:v>
                </c:pt>
                <c:pt idx="974">
                  <c:v>250</c:v>
                </c:pt>
                <c:pt idx="975">
                  <c:v>250</c:v>
                </c:pt>
                <c:pt idx="976">
                  <c:v>250</c:v>
                </c:pt>
                <c:pt idx="977">
                  <c:v>250</c:v>
                </c:pt>
                <c:pt idx="978">
                  <c:v>250</c:v>
                </c:pt>
                <c:pt idx="979">
                  <c:v>250</c:v>
                </c:pt>
                <c:pt idx="980">
                  <c:v>250</c:v>
                </c:pt>
                <c:pt idx="981">
                  <c:v>250</c:v>
                </c:pt>
                <c:pt idx="982">
                  <c:v>250</c:v>
                </c:pt>
                <c:pt idx="983">
                  <c:v>250</c:v>
                </c:pt>
                <c:pt idx="984">
                  <c:v>250</c:v>
                </c:pt>
                <c:pt idx="985">
                  <c:v>250</c:v>
                </c:pt>
                <c:pt idx="986">
                  <c:v>250</c:v>
                </c:pt>
                <c:pt idx="987">
                  <c:v>250</c:v>
                </c:pt>
                <c:pt idx="988">
                  <c:v>250</c:v>
                </c:pt>
                <c:pt idx="989">
                  <c:v>250</c:v>
                </c:pt>
                <c:pt idx="990">
                  <c:v>250</c:v>
                </c:pt>
                <c:pt idx="991">
                  <c:v>250</c:v>
                </c:pt>
                <c:pt idx="992">
                  <c:v>250</c:v>
                </c:pt>
                <c:pt idx="993">
                  <c:v>250</c:v>
                </c:pt>
                <c:pt idx="994">
                  <c:v>250</c:v>
                </c:pt>
                <c:pt idx="995">
                  <c:v>250</c:v>
                </c:pt>
                <c:pt idx="996">
                  <c:v>250</c:v>
                </c:pt>
                <c:pt idx="997">
                  <c:v>250</c:v>
                </c:pt>
                <c:pt idx="998">
                  <c:v>250</c:v>
                </c:pt>
                <c:pt idx="999">
                  <c:v>250</c:v>
                </c:pt>
                <c:pt idx="1000">
                  <c:v>250</c:v>
                </c:pt>
                <c:pt idx="1001">
                  <c:v>250</c:v>
                </c:pt>
                <c:pt idx="1002">
                  <c:v>250</c:v>
                </c:pt>
                <c:pt idx="1003">
                  <c:v>250</c:v>
                </c:pt>
                <c:pt idx="1004">
                  <c:v>250</c:v>
                </c:pt>
                <c:pt idx="1005">
                  <c:v>250</c:v>
                </c:pt>
                <c:pt idx="1006">
                  <c:v>250</c:v>
                </c:pt>
                <c:pt idx="1007">
                  <c:v>250</c:v>
                </c:pt>
                <c:pt idx="1008">
                  <c:v>250</c:v>
                </c:pt>
                <c:pt idx="1009">
                  <c:v>250</c:v>
                </c:pt>
                <c:pt idx="1010">
                  <c:v>250</c:v>
                </c:pt>
                <c:pt idx="1011">
                  <c:v>250</c:v>
                </c:pt>
                <c:pt idx="1012">
                  <c:v>250</c:v>
                </c:pt>
                <c:pt idx="1013">
                  <c:v>250</c:v>
                </c:pt>
                <c:pt idx="1014">
                  <c:v>250</c:v>
                </c:pt>
                <c:pt idx="1015">
                  <c:v>250</c:v>
                </c:pt>
                <c:pt idx="1016">
                  <c:v>250</c:v>
                </c:pt>
                <c:pt idx="1017">
                  <c:v>250</c:v>
                </c:pt>
                <c:pt idx="1018">
                  <c:v>250</c:v>
                </c:pt>
                <c:pt idx="1019">
                  <c:v>250</c:v>
                </c:pt>
                <c:pt idx="1020">
                  <c:v>250</c:v>
                </c:pt>
                <c:pt idx="1021">
                  <c:v>250</c:v>
                </c:pt>
                <c:pt idx="1022">
                  <c:v>250</c:v>
                </c:pt>
                <c:pt idx="1023">
                  <c:v>250</c:v>
                </c:pt>
                <c:pt idx="1024">
                  <c:v>250</c:v>
                </c:pt>
                <c:pt idx="1025">
                  <c:v>250</c:v>
                </c:pt>
                <c:pt idx="1026">
                  <c:v>250</c:v>
                </c:pt>
                <c:pt idx="1027">
                  <c:v>250</c:v>
                </c:pt>
                <c:pt idx="1028">
                  <c:v>250</c:v>
                </c:pt>
                <c:pt idx="1029">
                  <c:v>250</c:v>
                </c:pt>
                <c:pt idx="1030">
                  <c:v>250</c:v>
                </c:pt>
                <c:pt idx="1031">
                  <c:v>250</c:v>
                </c:pt>
                <c:pt idx="1032">
                  <c:v>250</c:v>
                </c:pt>
                <c:pt idx="1033">
                  <c:v>250</c:v>
                </c:pt>
                <c:pt idx="1034">
                  <c:v>250</c:v>
                </c:pt>
                <c:pt idx="1035">
                  <c:v>250</c:v>
                </c:pt>
                <c:pt idx="1036">
                  <c:v>250</c:v>
                </c:pt>
                <c:pt idx="1037">
                  <c:v>250</c:v>
                </c:pt>
                <c:pt idx="1038">
                  <c:v>250</c:v>
                </c:pt>
                <c:pt idx="1039">
                  <c:v>250</c:v>
                </c:pt>
                <c:pt idx="1040">
                  <c:v>250</c:v>
                </c:pt>
                <c:pt idx="1041">
                  <c:v>250</c:v>
                </c:pt>
                <c:pt idx="1042">
                  <c:v>250</c:v>
                </c:pt>
                <c:pt idx="1043">
                  <c:v>250</c:v>
                </c:pt>
                <c:pt idx="1044">
                  <c:v>250</c:v>
                </c:pt>
                <c:pt idx="1045">
                  <c:v>250</c:v>
                </c:pt>
                <c:pt idx="1046">
                  <c:v>250</c:v>
                </c:pt>
                <c:pt idx="1047">
                  <c:v>250</c:v>
                </c:pt>
                <c:pt idx="1048">
                  <c:v>250</c:v>
                </c:pt>
                <c:pt idx="1049">
                  <c:v>250</c:v>
                </c:pt>
                <c:pt idx="1050">
                  <c:v>250</c:v>
                </c:pt>
                <c:pt idx="1051">
                  <c:v>250</c:v>
                </c:pt>
                <c:pt idx="1052">
                  <c:v>250</c:v>
                </c:pt>
                <c:pt idx="1053">
                  <c:v>250</c:v>
                </c:pt>
                <c:pt idx="1054">
                  <c:v>250</c:v>
                </c:pt>
                <c:pt idx="1055">
                  <c:v>250</c:v>
                </c:pt>
                <c:pt idx="1056">
                  <c:v>250</c:v>
                </c:pt>
                <c:pt idx="1057">
                  <c:v>250</c:v>
                </c:pt>
                <c:pt idx="1058">
                  <c:v>250</c:v>
                </c:pt>
                <c:pt idx="1059">
                  <c:v>250</c:v>
                </c:pt>
                <c:pt idx="1060">
                  <c:v>250</c:v>
                </c:pt>
                <c:pt idx="1061">
                  <c:v>250</c:v>
                </c:pt>
                <c:pt idx="1062">
                  <c:v>250</c:v>
                </c:pt>
                <c:pt idx="1063">
                  <c:v>250</c:v>
                </c:pt>
                <c:pt idx="1064">
                  <c:v>250</c:v>
                </c:pt>
                <c:pt idx="1065">
                  <c:v>250</c:v>
                </c:pt>
                <c:pt idx="1066">
                  <c:v>250</c:v>
                </c:pt>
                <c:pt idx="1067">
                  <c:v>250</c:v>
                </c:pt>
                <c:pt idx="1068">
                  <c:v>250</c:v>
                </c:pt>
                <c:pt idx="1069">
                  <c:v>250</c:v>
                </c:pt>
                <c:pt idx="1070">
                  <c:v>250</c:v>
                </c:pt>
                <c:pt idx="1071">
                  <c:v>250</c:v>
                </c:pt>
                <c:pt idx="1072">
                  <c:v>250</c:v>
                </c:pt>
                <c:pt idx="1073">
                  <c:v>250</c:v>
                </c:pt>
                <c:pt idx="1074">
                  <c:v>250</c:v>
                </c:pt>
                <c:pt idx="1075">
                  <c:v>250</c:v>
                </c:pt>
                <c:pt idx="1076">
                  <c:v>250</c:v>
                </c:pt>
                <c:pt idx="1077">
                  <c:v>250</c:v>
                </c:pt>
                <c:pt idx="1078">
                  <c:v>250</c:v>
                </c:pt>
                <c:pt idx="1079">
                  <c:v>250</c:v>
                </c:pt>
                <c:pt idx="1080">
                  <c:v>250</c:v>
                </c:pt>
                <c:pt idx="1081">
                  <c:v>250</c:v>
                </c:pt>
                <c:pt idx="1082">
                  <c:v>250</c:v>
                </c:pt>
                <c:pt idx="1083">
                  <c:v>250</c:v>
                </c:pt>
                <c:pt idx="1084">
                  <c:v>250</c:v>
                </c:pt>
                <c:pt idx="1085">
                  <c:v>250</c:v>
                </c:pt>
                <c:pt idx="1086">
                  <c:v>250</c:v>
                </c:pt>
                <c:pt idx="1087">
                  <c:v>250</c:v>
                </c:pt>
                <c:pt idx="1088">
                  <c:v>250</c:v>
                </c:pt>
                <c:pt idx="1089">
                  <c:v>250</c:v>
                </c:pt>
                <c:pt idx="1090">
                  <c:v>250</c:v>
                </c:pt>
                <c:pt idx="1091">
                  <c:v>250</c:v>
                </c:pt>
                <c:pt idx="1092">
                  <c:v>250</c:v>
                </c:pt>
                <c:pt idx="1093">
                  <c:v>250</c:v>
                </c:pt>
                <c:pt idx="1094">
                  <c:v>250</c:v>
                </c:pt>
                <c:pt idx="1095">
                  <c:v>250</c:v>
                </c:pt>
                <c:pt idx="1096">
                  <c:v>250</c:v>
                </c:pt>
                <c:pt idx="1097">
                  <c:v>250</c:v>
                </c:pt>
                <c:pt idx="1098">
                  <c:v>250</c:v>
                </c:pt>
                <c:pt idx="1099">
                  <c:v>250</c:v>
                </c:pt>
                <c:pt idx="1100">
                  <c:v>250</c:v>
                </c:pt>
                <c:pt idx="1101">
                  <c:v>250</c:v>
                </c:pt>
                <c:pt idx="1102">
                  <c:v>250</c:v>
                </c:pt>
                <c:pt idx="1103">
                  <c:v>250</c:v>
                </c:pt>
                <c:pt idx="1104">
                  <c:v>250</c:v>
                </c:pt>
                <c:pt idx="1105">
                  <c:v>250</c:v>
                </c:pt>
                <c:pt idx="1106">
                  <c:v>250</c:v>
                </c:pt>
                <c:pt idx="1107">
                  <c:v>250</c:v>
                </c:pt>
                <c:pt idx="1108">
                  <c:v>250</c:v>
                </c:pt>
                <c:pt idx="1109">
                  <c:v>250</c:v>
                </c:pt>
                <c:pt idx="1110">
                  <c:v>250</c:v>
                </c:pt>
                <c:pt idx="1111">
                  <c:v>250</c:v>
                </c:pt>
                <c:pt idx="1112">
                  <c:v>250</c:v>
                </c:pt>
                <c:pt idx="1113">
                  <c:v>250</c:v>
                </c:pt>
                <c:pt idx="1114">
                  <c:v>250</c:v>
                </c:pt>
                <c:pt idx="1115">
                  <c:v>250</c:v>
                </c:pt>
                <c:pt idx="1116">
                  <c:v>250</c:v>
                </c:pt>
                <c:pt idx="1117">
                  <c:v>250</c:v>
                </c:pt>
                <c:pt idx="1118">
                  <c:v>250</c:v>
                </c:pt>
                <c:pt idx="1119">
                  <c:v>250</c:v>
                </c:pt>
                <c:pt idx="1120">
                  <c:v>250</c:v>
                </c:pt>
                <c:pt idx="1121">
                  <c:v>250</c:v>
                </c:pt>
                <c:pt idx="1122">
                  <c:v>250</c:v>
                </c:pt>
                <c:pt idx="1123">
                  <c:v>250</c:v>
                </c:pt>
                <c:pt idx="1124">
                  <c:v>250</c:v>
                </c:pt>
                <c:pt idx="1125">
                  <c:v>250</c:v>
                </c:pt>
                <c:pt idx="1126">
                  <c:v>250</c:v>
                </c:pt>
                <c:pt idx="1127">
                  <c:v>250</c:v>
                </c:pt>
                <c:pt idx="1128">
                  <c:v>250</c:v>
                </c:pt>
                <c:pt idx="1129">
                  <c:v>250</c:v>
                </c:pt>
                <c:pt idx="1130">
                  <c:v>250</c:v>
                </c:pt>
                <c:pt idx="1131">
                  <c:v>250</c:v>
                </c:pt>
                <c:pt idx="1132">
                  <c:v>250</c:v>
                </c:pt>
                <c:pt idx="1133">
                  <c:v>250</c:v>
                </c:pt>
                <c:pt idx="1134">
                  <c:v>250</c:v>
                </c:pt>
                <c:pt idx="1135">
                  <c:v>250</c:v>
                </c:pt>
                <c:pt idx="1136">
                  <c:v>250</c:v>
                </c:pt>
                <c:pt idx="1137">
                  <c:v>250</c:v>
                </c:pt>
                <c:pt idx="1138">
                  <c:v>250</c:v>
                </c:pt>
                <c:pt idx="1139">
                  <c:v>250</c:v>
                </c:pt>
                <c:pt idx="1140">
                  <c:v>250</c:v>
                </c:pt>
                <c:pt idx="1141">
                  <c:v>250</c:v>
                </c:pt>
                <c:pt idx="1142">
                  <c:v>250</c:v>
                </c:pt>
                <c:pt idx="1143">
                  <c:v>250</c:v>
                </c:pt>
                <c:pt idx="1144">
                  <c:v>250</c:v>
                </c:pt>
                <c:pt idx="1145">
                  <c:v>250</c:v>
                </c:pt>
                <c:pt idx="1146">
                  <c:v>250</c:v>
                </c:pt>
                <c:pt idx="1147">
                  <c:v>250</c:v>
                </c:pt>
                <c:pt idx="1148">
                  <c:v>250</c:v>
                </c:pt>
                <c:pt idx="1149">
                  <c:v>250</c:v>
                </c:pt>
                <c:pt idx="1150">
                  <c:v>250</c:v>
                </c:pt>
                <c:pt idx="1151">
                  <c:v>250</c:v>
                </c:pt>
                <c:pt idx="1152">
                  <c:v>250</c:v>
                </c:pt>
                <c:pt idx="1153">
                  <c:v>250</c:v>
                </c:pt>
                <c:pt idx="1154">
                  <c:v>250</c:v>
                </c:pt>
                <c:pt idx="1155">
                  <c:v>250</c:v>
                </c:pt>
                <c:pt idx="1156">
                  <c:v>250</c:v>
                </c:pt>
                <c:pt idx="1157">
                  <c:v>250</c:v>
                </c:pt>
                <c:pt idx="1158">
                  <c:v>250</c:v>
                </c:pt>
                <c:pt idx="1159">
                  <c:v>250</c:v>
                </c:pt>
                <c:pt idx="1160">
                  <c:v>250</c:v>
                </c:pt>
                <c:pt idx="1161">
                  <c:v>250</c:v>
                </c:pt>
                <c:pt idx="1162">
                  <c:v>250</c:v>
                </c:pt>
                <c:pt idx="1163">
                  <c:v>250</c:v>
                </c:pt>
                <c:pt idx="1164">
                  <c:v>250</c:v>
                </c:pt>
                <c:pt idx="1165">
                  <c:v>250</c:v>
                </c:pt>
                <c:pt idx="1166">
                  <c:v>250</c:v>
                </c:pt>
                <c:pt idx="1167">
                  <c:v>250</c:v>
                </c:pt>
                <c:pt idx="1168">
                  <c:v>250</c:v>
                </c:pt>
                <c:pt idx="1169">
                  <c:v>250</c:v>
                </c:pt>
                <c:pt idx="1170">
                  <c:v>250</c:v>
                </c:pt>
                <c:pt idx="1171">
                  <c:v>250</c:v>
                </c:pt>
                <c:pt idx="1172">
                  <c:v>250</c:v>
                </c:pt>
                <c:pt idx="1173">
                  <c:v>250</c:v>
                </c:pt>
                <c:pt idx="1174">
                  <c:v>250</c:v>
                </c:pt>
                <c:pt idx="1175">
                  <c:v>250</c:v>
                </c:pt>
                <c:pt idx="1176">
                  <c:v>250</c:v>
                </c:pt>
                <c:pt idx="1177">
                  <c:v>250</c:v>
                </c:pt>
                <c:pt idx="1178">
                  <c:v>250</c:v>
                </c:pt>
                <c:pt idx="1179">
                  <c:v>250</c:v>
                </c:pt>
                <c:pt idx="1180">
                  <c:v>250</c:v>
                </c:pt>
                <c:pt idx="1181">
                  <c:v>250</c:v>
                </c:pt>
                <c:pt idx="1182">
                  <c:v>250</c:v>
                </c:pt>
                <c:pt idx="1183">
                  <c:v>250</c:v>
                </c:pt>
                <c:pt idx="1184">
                  <c:v>250</c:v>
                </c:pt>
                <c:pt idx="1185">
                  <c:v>250</c:v>
                </c:pt>
                <c:pt idx="1186">
                  <c:v>250</c:v>
                </c:pt>
                <c:pt idx="1187">
                  <c:v>250</c:v>
                </c:pt>
                <c:pt idx="1188">
                  <c:v>250</c:v>
                </c:pt>
                <c:pt idx="1189">
                  <c:v>250</c:v>
                </c:pt>
                <c:pt idx="1190">
                  <c:v>250</c:v>
                </c:pt>
                <c:pt idx="1191">
                  <c:v>250</c:v>
                </c:pt>
                <c:pt idx="1192">
                  <c:v>250</c:v>
                </c:pt>
                <c:pt idx="1193">
                  <c:v>250</c:v>
                </c:pt>
                <c:pt idx="1194">
                  <c:v>250</c:v>
                </c:pt>
                <c:pt idx="1195">
                  <c:v>250</c:v>
                </c:pt>
                <c:pt idx="1196">
                  <c:v>250</c:v>
                </c:pt>
                <c:pt idx="1197">
                  <c:v>250</c:v>
                </c:pt>
                <c:pt idx="1198">
                  <c:v>250</c:v>
                </c:pt>
                <c:pt idx="1199">
                  <c:v>250</c:v>
                </c:pt>
                <c:pt idx="1200">
                  <c:v>250</c:v>
                </c:pt>
                <c:pt idx="1201">
                  <c:v>250</c:v>
                </c:pt>
                <c:pt idx="1202">
                  <c:v>250</c:v>
                </c:pt>
                <c:pt idx="1203">
                  <c:v>250</c:v>
                </c:pt>
                <c:pt idx="1204">
                  <c:v>250</c:v>
                </c:pt>
                <c:pt idx="1205">
                  <c:v>250</c:v>
                </c:pt>
                <c:pt idx="1206">
                  <c:v>250</c:v>
                </c:pt>
                <c:pt idx="1207">
                  <c:v>250</c:v>
                </c:pt>
                <c:pt idx="1208">
                  <c:v>250</c:v>
                </c:pt>
                <c:pt idx="1209">
                  <c:v>250</c:v>
                </c:pt>
                <c:pt idx="1210">
                  <c:v>250</c:v>
                </c:pt>
                <c:pt idx="1211">
                  <c:v>250</c:v>
                </c:pt>
                <c:pt idx="1212">
                  <c:v>250</c:v>
                </c:pt>
                <c:pt idx="1213">
                  <c:v>250</c:v>
                </c:pt>
                <c:pt idx="1214">
                  <c:v>250</c:v>
                </c:pt>
                <c:pt idx="1215">
                  <c:v>250</c:v>
                </c:pt>
                <c:pt idx="1216">
                  <c:v>250</c:v>
                </c:pt>
                <c:pt idx="1217">
                  <c:v>250</c:v>
                </c:pt>
                <c:pt idx="1218">
                  <c:v>250</c:v>
                </c:pt>
                <c:pt idx="1219">
                  <c:v>250</c:v>
                </c:pt>
                <c:pt idx="1220">
                  <c:v>250</c:v>
                </c:pt>
                <c:pt idx="1221">
                  <c:v>250</c:v>
                </c:pt>
                <c:pt idx="1222">
                  <c:v>250</c:v>
                </c:pt>
                <c:pt idx="1223">
                  <c:v>250</c:v>
                </c:pt>
                <c:pt idx="1224">
                  <c:v>250</c:v>
                </c:pt>
                <c:pt idx="1225">
                  <c:v>250</c:v>
                </c:pt>
                <c:pt idx="1226">
                  <c:v>250</c:v>
                </c:pt>
                <c:pt idx="1227">
                  <c:v>250</c:v>
                </c:pt>
                <c:pt idx="1228">
                  <c:v>250</c:v>
                </c:pt>
                <c:pt idx="1229">
                  <c:v>250</c:v>
                </c:pt>
                <c:pt idx="1230">
                  <c:v>250</c:v>
                </c:pt>
                <c:pt idx="1231">
                  <c:v>250</c:v>
                </c:pt>
                <c:pt idx="1232">
                  <c:v>250</c:v>
                </c:pt>
                <c:pt idx="1233">
                  <c:v>250</c:v>
                </c:pt>
                <c:pt idx="1234">
                  <c:v>250</c:v>
                </c:pt>
                <c:pt idx="1235">
                  <c:v>250</c:v>
                </c:pt>
                <c:pt idx="1236">
                  <c:v>250</c:v>
                </c:pt>
                <c:pt idx="1237">
                  <c:v>250</c:v>
                </c:pt>
                <c:pt idx="1238">
                  <c:v>250</c:v>
                </c:pt>
                <c:pt idx="1239">
                  <c:v>250</c:v>
                </c:pt>
                <c:pt idx="1240">
                  <c:v>250</c:v>
                </c:pt>
                <c:pt idx="1241">
                  <c:v>250</c:v>
                </c:pt>
                <c:pt idx="1242">
                  <c:v>250</c:v>
                </c:pt>
                <c:pt idx="1243">
                  <c:v>250</c:v>
                </c:pt>
                <c:pt idx="1244">
                  <c:v>250</c:v>
                </c:pt>
                <c:pt idx="1245">
                  <c:v>250</c:v>
                </c:pt>
                <c:pt idx="1246">
                  <c:v>250</c:v>
                </c:pt>
                <c:pt idx="1247">
                  <c:v>250</c:v>
                </c:pt>
                <c:pt idx="1248">
                  <c:v>250</c:v>
                </c:pt>
                <c:pt idx="1249">
                  <c:v>250</c:v>
                </c:pt>
                <c:pt idx="1250">
                  <c:v>250</c:v>
                </c:pt>
                <c:pt idx="1251">
                  <c:v>250</c:v>
                </c:pt>
                <c:pt idx="1252">
                  <c:v>250</c:v>
                </c:pt>
                <c:pt idx="1253">
                  <c:v>250</c:v>
                </c:pt>
                <c:pt idx="1254">
                  <c:v>250</c:v>
                </c:pt>
                <c:pt idx="1255">
                  <c:v>250</c:v>
                </c:pt>
                <c:pt idx="1256">
                  <c:v>250</c:v>
                </c:pt>
                <c:pt idx="1257">
                  <c:v>250</c:v>
                </c:pt>
                <c:pt idx="1258">
                  <c:v>250</c:v>
                </c:pt>
                <c:pt idx="1259">
                  <c:v>250</c:v>
                </c:pt>
                <c:pt idx="1260">
                  <c:v>250</c:v>
                </c:pt>
                <c:pt idx="1261">
                  <c:v>250</c:v>
                </c:pt>
                <c:pt idx="1262">
                  <c:v>250</c:v>
                </c:pt>
                <c:pt idx="1263">
                  <c:v>250</c:v>
                </c:pt>
                <c:pt idx="1264">
                  <c:v>250</c:v>
                </c:pt>
                <c:pt idx="1265">
                  <c:v>250</c:v>
                </c:pt>
                <c:pt idx="1266">
                  <c:v>250</c:v>
                </c:pt>
                <c:pt idx="1267">
                  <c:v>250</c:v>
                </c:pt>
                <c:pt idx="1268">
                  <c:v>250</c:v>
                </c:pt>
                <c:pt idx="1269">
                  <c:v>250</c:v>
                </c:pt>
                <c:pt idx="1270">
                  <c:v>250</c:v>
                </c:pt>
                <c:pt idx="1271">
                  <c:v>250</c:v>
                </c:pt>
                <c:pt idx="1272">
                  <c:v>250</c:v>
                </c:pt>
                <c:pt idx="1273">
                  <c:v>250</c:v>
                </c:pt>
                <c:pt idx="1274">
                  <c:v>250</c:v>
                </c:pt>
                <c:pt idx="1275">
                  <c:v>250</c:v>
                </c:pt>
                <c:pt idx="1276">
                  <c:v>250</c:v>
                </c:pt>
                <c:pt idx="1277">
                  <c:v>250</c:v>
                </c:pt>
                <c:pt idx="1278">
                  <c:v>250</c:v>
                </c:pt>
                <c:pt idx="1279">
                  <c:v>250</c:v>
                </c:pt>
                <c:pt idx="1280">
                  <c:v>250</c:v>
                </c:pt>
                <c:pt idx="1281">
                  <c:v>250</c:v>
                </c:pt>
                <c:pt idx="1282">
                  <c:v>250</c:v>
                </c:pt>
                <c:pt idx="1283">
                  <c:v>250</c:v>
                </c:pt>
                <c:pt idx="1284">
                  <c:v>250</c:v>
                </c:pt>
                <c:pt idx="1285">
                  <c:v>250</c:v>
                </c:pt>
                <c:pt idx="1286">
                  <c:v>250</c:v>
                </c:pt>
                <c:pt idx="1287">
                  <c:v>250</c:v>
                </c:pt>
                <c:pt idx="1288">
                  <c:v>250</c:v>
                </c:pt>
                <c:pt idx="1289">
                  <c:v>250</c:v>
                </c:pt>
                <c:pt idx="1290">
                  <c:v>250</c:v>
                </c:pt>
                <c:pt idx="1291">
                  <c:v>250</c:v>
                </c:pt>
                <c:pt idx="1292">
                  <c:v>250</c:v>
                </c:pt>
                <c:pt idx="1293">
                  <c:v>250</c:v>
                </c:pt>
                <c:pt idx="1294">
                  <c:v>250</c:v>
                </c:pt>
                <c:pt idx="1295">
                  <c:v>250</c:v>
                </c:pt>
                <c:pt idx="1296">
                  <c:v>250</c:v>
                </c:pt>
                <c:pt idx="1297">
                  <c:v>250</c:v>
                </c:pt>
                <c:pt idx="1298">
                  <c:v>250</c:v>
                </c:pt>
                <c:pt idx="1299">
                  <c:v>250</c:v>
                </c:pt>
                <c:pt idx="1300">
                  <c:v>250</c:v>
                </c:pt>
                <c:pt idx="1301">
                  <c:v>250</c:v>
                </c:pt>
                <c:pt idx="1302">
                  <c:v>250</c:v>
                </c:pt>
                <c:pt idx="1303">
                  <c:v>250</c:v>
                </c:pt>
                <c:pt idx="1304">
                  <c:v>250</c:v>
                </c:pt>
                <c:pt idx="1305">
                  <c:v>250</c:v>
                </c:pt>
                <c:pt idx="1306">
                  <c:v>250</c:v>
                </c:pt>
                <c:pt idx="1307">
                  <c:v>250</c:v>
                </c:pt>
                <c:pt idx="1308">
                  <c:v>250</c:v>
                </c:pt>
                <c:pt idx="1309">
                  <c:v>250</c:v>
                </c:pt>
                <c:pt idx="1310">
                  <c:v>250</c:v>
                </c:pt>
                <c:pt idx="1311">
                  <c:v>250</c:v>
                </c:pt>
                <c:pt idx="1312">
                  <c:v>250</c:v>
                </c:pt>
                <c:pt idx="1313">
                  <c:v>250</c:v>
                </c:pt>
                <c:pt idx="1314">
                  <c:v>250</c:v>
                </c:pt>
                <c:pt idx="1315">
                  <c:v>250</c:v>
                </c:pt>
                <c:pt idx="1316">
                  <c:v>250</c:v>
                </c:pt>
                <c:pt idx="1317">
                  <c:v>250</c:v>
                </c:pt>
                <c:pt idx="1318">
                  <c:v>250</c:v>
                </c:pt>
                <c:pt idx="1319">
                  <c:v>250</c:v>
                </c:pt>
                <c:pt idx="1320">
                  <c:v>250</c:v>
                </c:pt>
                <c:pt idx="1321">
                  <c:v>250</c:v>
                </c:pt>
                <c:pt idx="1322">
                  <c:v>250</c:v>
                </c:pt>
                <c:pt idx="1323">
                  <c:v>250</c:v>
                </c:pt>
                <c:pt idx="1324">
                  <c:v>250</c:v>
                </c:pt>
                <c:pt idx="1325">
                  <c:v>250</c:v>
                </c:pt>
                <c:pt idx="1326">
                  <c:v>250</c:v>
                </c:pt>
                <c:pt idx="1327">
                  <c:v>250</c:v>
                </c:pt>
                <c:pt idx="1328">
                  <c:v>250</c:v>
                </c:pt>
                <c:pt idx="1329">
                  <c:v>250</c:v>
                </c:pt>
                <c:pt idx="1330">
                  <c:v>250</c:v>
                </c:pt>
                <c:pt idx="1331">
                  <c:v>250</c:v>
                </c:pt>
                <c:pt idx="1332">
                  <c:v>250</c:v>
                </c:pt>
                <c:pt idx="1333">
                  <c:v>250</c:v>
                </c:pt>
                <c:pt idx="1334">
                  <c:v>250</c:v>
                </c:pt>
                <c:pt idx="1335">
                  <c:v>250</c:v>
                </c:pt>
                <c:pt idx="1336">
                  <c:v>250</c:v>
                </c:pt>
                <c:pt idx="1337">
                  <c:v>250</c:v>
                </c:pt>
                <c:pt idx="1338">
                  <c:v>250</c:v>
                </c:pt>
                <c:pt idx="1339">
                  <c:v>250</c:v>
                </c:pt>
                <c:pt idx="1340">
                  <c:v>250</c:v>
                </c:pt>
                <c:pt idx="1341">
                  <c:v>250</c:v>
                </c:pt>
                <c:pt idx="1342">
                  <c:v>250</c:v>
                </c:pt>
                <c:pt idx="1343">
                  <c:v>250</c:v>
                </c:pt>
                <c:pt idx="1344">
                  <c:v>250</c:v>
                </c:pt>
                <c:pt idx="1345">
                  <c:v>250</c:v>
                </c:pt>
                <c:pt idx="1346">
                  <c:v>250</c:v>
                </c:pt>
                <c:pt idx="1347">
                  <c:v>250</c:v>
                </c:pt>
                <c:pt idx="1348">
                  <c:v>250</c:v>
                </c:pt>
                <c:pt idx="1349">
                  <c:v>250</c:v>
                </c:pt>
                <c:pt idx="1350">
                  <c:v>250</c:v>
                </c:pt>
                <c:pt idx="1351">
                  <c:v>250</c:v>
                </c:pt>
                <c:pt idx="1352">
                  <c:v>250</c:v>
                </c:pt>
                <c:pt idx="1353">
                  <c:v>250</c:v>
                </c:pt>
                <c:pt idx="1354">
                  <c:v>250</c:v>
                </c:pt>
                <c:pt idx="1355">
                  <c:v>250</c:v>
                </c:pt>
                <c:pt idx="1356">
                  <c:v>250</c:v>
                </c:pt>
                <c:pt idx="1357">
                  <c:v>250</c:v>
                </c:pt>
                <c:pt idx="1358">
                  <c:v>250</c:v>
                </c:pt>
                <c:pt idx="1359">
                  <c:v>250</c:v>
                </c:pt>
                <c:pt idx="1360">
                  <c:v>250</c:v>
                </c:pt>
                <c:pt idx="1361">
                  <c:v>250</c:v>
                </c:pt>
                <c:pt idx="1362">
                  <c:v>250</c:v>
                </c:pt>
                <c:pt idx="1363">
                  <c:v>250</c:v>
                </c:pt>
                <c:pt idx="1364">
                  <c:v>250</c:v>
                </c:pt>
                <c:pt idx="1365">
                  <c:v>250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340-4B37-B24E-D8DD90E507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38871824"/>
        <c:axId val="738876400"/>
      </c:scatterChart>
      <c:valAx>
        <c:axId val="738871824"/>
        <c:scaling>
          <c:orientation val="minMax"/>
          <c:max val="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38876400"/>
        <c:crosses val="autoZero"/>
        <c:crossBetween val="midCat"/>
        <c:majorUnit val="0.5"/>
        <c:minorUnit val="0.1"/>
      </c:valAx>
      <c:valAx>
        <c:axId val="738876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38871824"/>
        <c:crosses val="autoZero"/>
        <c:crossBetween val="midCat"/>
        <c:majorUnit val="1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0A71B-677C-41F3-8806-B32C384368A9}" type="datetimeFigureOut">
              <a:rPr lang="de-DE" smtClean="0"/>
              <a:t>18.07.2024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84D4DD-0EAA-4244-BC03-ECEA8EDC466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77915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3BFD0E-9081-4DD8-BD77-DA6E86A5EDD4}" type="datetimeFigureOut">
              <a:rPr lang="de-DE" smtClean="0"/>
              <a:t>18.07.2024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0112D-8454-448C-8A04-1F3237E367D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046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6445" y="57285"/>
            <a:ext cx="10137600" cy="567811"/>
          </a:xfrm>
          <a:prstGeom prst="rect">
            <a:avLst/>
          </a:prstGeom>
        </p:spPr>
        <p:txBody>
          <a:bodyPr vert="horz" wrap="square" lIns="234000" tIns="144000" rIns="90000" bIns="144000" rtlCol="0" anchor="b" anchorCtr="0">
            <a:spAutoFit/>
          </a:bodyPr>
          <a:lstStyle>
            <a:lvl1pPr>
              <a:defRPr sz="1800"/>
            </a:lvl1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049749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25000"/>
                </a:schemeClr>
              </a:gs>
              <a:gs pos="44000">
                <a:schemeClr val="accent6">
                  <a:lumMod val="75000"/>
                </a:schemeClr>
              </a:gs>
              <a:gs pos="16000">
                <a:schemeClr val="accent6">
                  <a:lumMod val="50000"/>
                </a:schemeClr>
              </a:gs>
              <a:gs pos="100000">
                <a:schemeClr val="accent6">
                  <a:lumMod val="2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6350" cap="flat" cmpd="sng" algn="ctr">
            <a:noFill/>
            <a:prstDash val="solid"/>
          </a:ln>
          <a:effectLst/>
        </p:spPr>
        <p:txBody>
          <a:bodyPr lIns="234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 pitchFamily="34" charset="0"/>
            </a:endParaRPr>
          </a:p>
        </p:txBody>
      </p:sp>
      <p:sp>
        <p:nvSpPr>
          <p:cNvPr id="3" name="Rechteck 2"/>
          <p:cNvSpPr/>
          <p:nvPr userDrawn="1"/>
        </p:nvSpPr>
        <p:spPr>
          <a:xfrm>
            <a:off x="2" y="668960"/>
            <a:ext cx="12191999" cy="592839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pPr algn="ctr"/>
            <a:endParaRPr lang="de-DE" sz="2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 userDrawn="1">
            <p:ph type="title"/>
          </p:nvPr>
        </p:nvSpPr>
        <p:spPr>
          <a:xfrm>
            <a:off x="16445" y="-4272"/>
            <a:ext cx="10137600" cy="629367"/>
          </a:xfrm>
          <a:prstGeom prst="rect">
            <a:avLst/>
          </a:prstGeom>
        </p:spPr>
        <p:txBody>
          <a:bodyPr vert="horz" wrap="square" lIns="234000" tIns="144000" rIns="90000" bIns="144000" rtlCol="0" anchor="b" anchorCtr="0">
            <a:spAutoFit/>
          </a:bodyPr>
          <a:lstStyle/>
          <a:p>
            <a:r>
              <a:rPr lang="en-US" noProof="0" dirty="0"/>
              <a:t>Click to add title</a:t>
            </a:r>
          </a:p>
        </p:txBody>
      </p:sp>
      <p:cxnSp>
        <p:nvCxnSpPr>
          <p:cNvPr id="11" name="Gerade Verbindung 10"/>
          <p:cNvCxnSpPr/>
          <p:nvPr userDrawn="1"/>
        </p:nvCxnSpPr>
        <p:spPr>
          <a:xfrm flipV="1">
            <a:off x="11994464" y="1526"/>
            <a:ext cx="192021" cy="144016"/>
          </a:xfrm>
          <a:prstGeom prst="line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11994464" y="1526"/>
            <a:ext cx="192021" cy="144016"/>
          </a:xfrm>
          <a:prstGeom prst="line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nteraktive Schaltfläche: Anpassen 12">
            <a:hlinkClick r:id="" action="ppaction://hlinkshowjump?jump=endshow" highlightClick="1"/>
          </p:cNvPr>
          <p:cNvSpPr>
            <a:spLocks noChangeAspect="1"/>
          </p:cNvSpPr>
          <p:nvPr userDrawn="1"/>
        </p:nvSpPr>
        <p:spPr>
          <a:xfrm>
            <a:off x="11994464" y="1526"/>
            <a:ext cx="192021" cy="144016"/>
          </a:xfrm>
          <a:prstGeom prst="actionButtonBlank">
            <a:avLst/>
          </a:prstGeom>
          <a:noFill/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22" name="Fußzeilenplatzhalter 2"/>
          <p:cNvSpPr>
            <a:spLocks noGrp="1"/>
          </p:cNvSpPr>
          <p:nvPr userDrawn="1">
            <p:ph type="ftr" sz="quarter" idx="3"/>
          </p:nvPr>
        </p:nvSpPr>
        <p:spPr>
          <a:xfrm>
            <a:off x="6696000" y="6549226"/>
            <a:ext cx="4680000" cy="36000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4" name="Fußzeilenplatzhalter 3"/>
          <p:cNvSpPr txBox="1">
            <a:spLocks/>
          </p:cNvSpPr>
          <p:nvPr userDrawn="1"/>
        </p:nvSpPr>
        <p:spPr>
          <a:xfrm>
            <a:off x="143339" y="6555168"/>
            <a:ext cx="4800533" cy="360000"/>
          </a:xfrm>
          <a:prstGeom prst="rect">
            <a:avLst/>
          </a:prstGeom>
        </p:spPr>
        <p:txBody>
          <a:bodyPr vert="horz" wrap="none" lIns="0" tIns="45720" rIns="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noProof="0" dirty="0"/>
              <a:t>Ball in Tube System</a:t>
            </a:r>
            <a:endParaRPr lang="en-US" sz="900" noProof="0" dirty="0"/>
          </a:p>
        </p:txBody>
      </p:sp>
      <p:sp>
        <p:nvSpPr>
          <p:cNvPr id="25" name="Foliennummernplatzhalter 3"/>
          <p:cNvSpPr txBox="1">
            <a:spLocks/>
          </p:cNvSpPr>
          <p:nvPr userDrawn="1"/>
        </p:nvSpPr>
        <p:spPr>
          <a:xfrm>
            <a:off x="11504145" y="6549226"/>
            <a:ext cx="662400" cy="360000"/>
          </a:xfrm>
          <a:prstGeom prst="rect">
            <a:avLst/>
          </a:prstGeom>
        </p:spPr>
        <p:txBody>
          <a:bodyPr anchor="ctr"/>
          <a:lstStyle>
            <a:defPPr>
              <a:defRPr lang="de-DE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B8F150-CEE5-45C5-84AC-874AD32CF569}" type="slidenum">
              <a:rPr lang="de-DE" sz="900" smtClean="0">
                <a:solidFill>
                  <a:schemeClr val="bg1"/>
                </a:solidFill>
              </a:rPr>
              <a:pPr/>
              <a:t>‹Nr.›</a:t>
            </a:fld>
            <a:endParaRPr lang="de-DE" sz="900" dirty="0">
              <a:solidFill>
                <a:schemeClr val="bg1"/>
              </a:solidFill>
            </a:endParaRP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457860BE-1EAE-BC7D-265E-BDC48E35F5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3616" y="61886"/>
            <a:ext cx="2372474" cy="57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0308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200" b="1" kern="1200" baseline="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66700" marR="0" indent="-2667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Wingdings" pitchFamily="2" charset="2"/>
        <a:buChar char="§"/>
        <a:tabLst/>
        <a:defRPr sz="22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628650" marR="0" indent="-268288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Symbol" pitchFamily="18" charset="2"/>
        <a:buChar char="-"/>
        <a:tabLst/>
        <a:defRPr sz="2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984250" marR="0" indent="-268288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Symbol" pitchFamily="18" charset="2"/>
        <a:buChar char="-"/>
        <a:tabLst/>
        <a:defRPr sz="2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343025" marR="0" indent="-2667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Symbol" pitchFamily="18" charset="2"/>
        <a:buChar char="-"/>
        <a:tabLst/>
        <a:defRPr sz="2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700213" marR="0" indent="-2667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Symbol" pitchFamily="18" charset="2"/>
        <a:buChar char="-"/>
        <a:tabLst/>
        <a:defRPr sz="2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58489"/>
            <a:ext cx="7603200" cy="567811"/>
          </a:xfrm>
        </p:spPr>
        <p:txBody>
          <a:bodyPr/>
          <a:lstStyle/>
          <a:p>
            <a:r>
              <a:rPr lang="en-US" noProof="0" dirty="0"/>
              <a:t>Ball In Tube</a:t>
            </a:r>
          </a:p>
        </p:txBody>
      </p:sp>
      <p:sp>
        <p:nvSpPr>
          <p:cNvPr id="16" name="Textplatzhalter 4"/>
          <p:cNvSpPr txBox="1">
            <a:spLocks/>
          </p:cNvSpPr>
          <p:nvPr/>
        </p:nvSpPr>
        <p:spPr>
          <a:xfrm>
            <a:off x="761632" y="1852560"/>
            <a:ext cx="5566287" cy="2483687"/>
          </a:xfrm>
          <a:prstGeom prst="rect">
            <a:avLst/>
          </a:prstGeom>
        </p:spPr>
        <p:txBody>
          <a:bodyPr/>
          <a:lstStyle>
            <a:lvl1pPr marL="266700" marR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22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28650" marR="0" indent="-2682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84250" marR="0" indent="-26828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43025" marR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700213" marR="0" indent="-2667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de-AT" sz="1800"/>
              <a:t>Physikalischer Aufbau</a:t>
            </a:r>
          </a:p>
          <a:p>
            <a:pPr>
              <a:lnSpc>
                <a:spcPct val="200000"/>
              </a:lnSpc>
            </a:pPr>
            <a:r>
              <a:rPr lang="de-AT" sz="1800"/>
              <a:t>Modell</a:t>
            </a:r>
          </a:p>
          <a:p>
            <a:pPr>
              <a:lnSpc>
                <a:spcPct val="200000"/>
              </a:lnSpc>
            </a:pPr>
            <a:r>
              <a:rPr lang="de-AT" sz="1800"/>
              <a:t>Übertragungsfunktion Lüfter</a:t>
            </a:r>
          </a:p>
          <a:p>
            <a:pPr>
              <a:lnSpc>
                <a:spcPct val="200000"/>
              </a:lnSpc>
            </a:pPr>
            <a:r>
              <a:rPr lang="de-AT" sz="1800"/>
              <a:t>Simulink Modell</a:t>
            </a:r>
          </a:p>
        </p:txBody>
      </p:sp>
    </p:spTree>
    <p:extLst>
      <p:ext uri="{BB962C8B-B14F-4D97-AF65-F5344CB8AC3E}">
        <p14:creationId xmlns:p14="http://schemas.microsoft.com/office/powerpoint/2010/main" val="1596095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43130"/>
            <a:ext cx="7603200" cy="567811"/>
          </a:xfrm>
        </p:spPr>
        <p:txBody>
          <a:bodyPr/>
          <a:lstStyle/>
          <a:p>
            <a:r>
              <a:rPr lang="en-US" dirty="0" err="1"/>
              <a:t>Physikalischer</a:t>
            </a:r>
            <a:r>
              <a:rPr lang="en-US" dirty="0"/>
              <a:t> Aufbau</a:t>
            </a:r>
            <a:endParaRPr lang="en-US" u="sng" dirty="0"/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68AF7E3-D01B-AFC6-1C53-D2DDBC7A0A3A}"/>
              </a:ext>
            </a:extLst>
          </p:cNvPr>
          <p:cNvGrpSpPr/>
          <p:nvPr/>
        </p:nvGrpSpPr>
        <p:grpSpPr>
          <a:xfrm>
            <a:off x="0" y="685800"/>
            <a:ext cx="12258670" cy="5905499"/>
            <a:chOff x="0" y="823628"/>
            <a:chExt cx="12258670" cy="5719190"/>
          </a:xfrm>
        </p:grpSpPr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4F959618-ABCE-558E-79AC-E8A035C48A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6840" t="5050" r="-179" b="9436"/>
            <a:stretch/>
          </p:blipFill>
          <p:spPr>
            <a:xfrm>
              <a:off x="8784741" y="823628"/>
              <a:ext cx="3473929" cy="5719189"/>
            </a:xfrm>
            <a:prstGeom prst="rect">
              <a:avLst/>
            </a:prstGeom>
          </p:spPr>
        </p:pic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A77E178F-E98B-01FD-22E4-DC326E50E6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503" t="6240" r="33" b="8246"/>
            <a:stretch/>
          </p:blipFill>
          <p:spPr>
            <a:xfrm>
              <a:off x="0" y="823629"/>
              <a:ext cx="9316614" cy="5719189"/>
            </a:xfrm>
            <a:prstGeom prst="rect">
              <a:avLst/>
            </a:prstGeom>
          </p:spPr>
        </p:pic>
      </p:grpSp>
      <p:sp>
        <p:nvSpPr>
          <p:cNvPr id="56" name="Rechteck 55">
            <a:extLst>
              <a:ext uri="{FF2B5EF4-FFF2-40B4-BE49-F238E27FC236}">
                <a16:creationId xmlns:a16="http://schemas.microsoft.com/office/drawing/2014/main" id="{BCAF3A95-5A0B-EEB2-E924-2B688150661B}"/>
              </a:ext>
            </a:extLst>
          </p:cNvPr>
          <p:cNvSpPr/>
          <p:nvPr/>
        </p:nvSpPr>
        <p:spPr>
          <a:xfrm>
            <a:off x="4167516" y="3802784"/>
            <a:ext cx="3870588" cy="2740033"/>
          </a:xfrm>
          <a:prstGeom prst="rect">
            <a:avLst/>
          </a:prstGeom>
          <a:solidFill>
            <a:schemeClr val="tx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de-AT" sz="11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791DD164-94BA-E71C-0A1F-2BE38CE5FE7E}"/>
              </a:ext>
            </a:extLst>
          </p:cNvPr>
          <p:cNvGrpSpPr/>
          <p:nvPr/>
        </p:nvGrpSpPr>
        <p:grpSpPr>
          <a:xfrm>
            <a:off x="2628812" y="1778864"/>
            <a:ext cx="5313736" cy="4676767"/>
            <a:chOff x="6118591" y="1724025"/>
            <a:chExt cx="5313736" cy="4676767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EE0C11CD-3F40-F9AA-8C00-BFEC56D7B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8591" y="3821836"/>
              <a:ext cx="1419401" cy="122872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A7ABFC4F-4108-A734-D701-6A2D3D80E2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8591" y="5888761"/>
              <a:ext cx="1381213" cy="51203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C13085A7-3735-82A5-F784-33F87798A40F}"/>
                </a:ext>
              </a:extLst>
            </p:cNvPr>
            <p:cNvSpPr/>
            <p:nvPr/>
          </p:nvSpPr>
          <p:spPr>
            <a:xfrm>
              <a:off x="7808939" y="3914775"/>
              <a:ext cx="1143261" cy="248601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EtherCAT Slave</a:t>
              </a:r>
              <a:endParaRPr lang="de-AT" sz="1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ED65E59-2020-0072-9F96-4DE5B3968220}"/>
                </a:ext>
              </a:extLst>
            </p:cNvPr>
            <p:cNvSpPr/>
            <p:nvPr/>
          </p:nvSpPr>
          <p:spPr>
            <a:xfrm>
              <a:off x="10289067" y="3919497"/>
              <a:ext cx="1143259" cy="70012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de-DE" sz="1100" dirty="0" err="1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ToF</a:t>
              </a:r>
              <a:r>
                <a:rPr lang="de-DE" sz="11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 Sensor</a:t>
              </a:r>
              <a:endParaRPr lang="de-AT" sz="1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E1A78643-D1F2-FDC1-4EF5-A91282B9A46C}"/>
                </a:ext>
              </a:extLst>
            </p:cNvPr>
            <p:cNvSpPr/>
            <p:nvPr/>
          </p:nvSpPr>
          <p:spPr>
            <a:xfrm>
              <a:off x="10289067" y="4936656"/>
              <a:ext cx="1143260" cy="14641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PWM Lüfter</a:t>
              </a:r>
              <a:endParaRPr lang="de-AT" sz="1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AB43E64E-A6CE-E0BF-0A89-123AD4DDCF54}"/>
                </a:ext>
              </a:extLst>
            </p:cNvPr>
            <p:cNvCxnSpPr/>
            <p:nvPr/>
          </p:nvCxnSpPr>
          <p:spPr>
            <a:xfrm>
              <a:off x="9028244" y="5695950"/>
              <a:ext cx="1188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D6803B93-6D1A-ECD3-E1EA-6791F9882512}"/>
                </a:ext>
              </a:extLst>
            </p:cNvPr>
            <p:cNvSpPr txBox="1"/>
            <p:nvPr/>
          </p:nvSpPr>
          <p:spPr>
            <a:xfrm>
              <a:off x="9028244" y="5146359"/>
              <a:ext cx="153026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PWM Drehzahlvorgabe</a:t>
              </a:r>
              <a:endParaRPr lang="de-AT" sz="1100" dirty="0"/>
            </a:p>
          </p:txBody>
        </p: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1C401221-F7C2-901A-6C03-078361FD78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8244" y="6315075"/>
              <a:ext cx="1188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94F4B7B1-68AB-543A-68F3-6EEB7BC97114}"/>
                </a:ext>
              </a:extLst>
            </p:cNvPr>
            <p:cNvSpPr txBox="1"/>
            <p:nvPr/>
          </p:nvSpPr>
          <p:spPr>
            <a:xfrm>
              <a:off x="9028244" y="5805365"/>
              <a:ext cx="153026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Impuls aktuelle Drehzahl</a:t>
              </a:r>
              <a:endParaRPr lang="de-AT" sz="1100" dirty="0"/>
            </a:p>
          </p:txBody>
        </p: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8CC8A802-569B-1652-3C0F-7AB0D5DC7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8244" y="4505325"/>
              <a:ext cx="1188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FA90566A-BA4D-1418-E891-11618C56E5DF}"/>
                </a:ext>
              </a:extLst>
            </p:cNvPr>
            <p:cNvSpPr txBox="1"/>
            <p:nvPr/>
          </p:nvSpPr>
          <p:spPr>
            <a:xfrm>
              <a:off x="9028244" y="3995615"/>
              <a:ext cx="153026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dirty="0"/>
                <a:t>Aktuelle Position </a:t>
              </a:r>
            </a:p>
            <a:p>
              <a:r>
                <a:rPr lang="de-DE" sz="1100" dirty="0"/>
                <a:t>Ball in mm</a:t>
              </a:r>
              <a:endParaRPr lang="de-AT" sz="1100" dirty="0"/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DED08C9A-BCC2-B87F-F9E3-C6D60DBE6AA2}"/>
                </a:ext>
              </a:extLst>
            </p:cNvPr>
            <p:cNvSpPr/>
            <p:nvPr/>
          </p:nvSpPr>
          <p:spPr>
            <a:xfrm>
              <a:off x="7808938" y="1724025"/>
              <a:ext cx="1143261" cy="9906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de-DE" sz="11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SPS</a:t>
              </a:r>
              <a:endParaRPr lang="de-AT" sz="1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837799A5-7742-1CB0-30EE-01EC4B9D4B80}"/>
                </a:ext>
              </a:extLst>
            </p:cNvPr>
            <p:cNvCxnSpPr>
              <a:cxnSpLocks/>
              <a:stCxn id="49" idx="2"/>
            </p:cNvCxnSpPr>
            <p:nvPr/>
          </p:nvCxnSpPr>
          <p:spPr>
            <a:xfrm>
              <a:off x="8380569" y="2714625"/>
              <a:ext cx="0" cy="10405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1D718BDA-0351-106B-C1F2-987A6EA563E8}"/>
                </a:ext>
              </a:extLst>
            </p:cNvPr>
            <p:cNvSpPr txBox="1"/>
            <p:nvPr/>
          </p:nvSpPr>
          <p:spPr>
            <a:xfrm>
              <a:off x="8507501" y="3169916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EtherCAT</a:t>
              </a:r>
              <a:endParaRPr lang="de-AT" dirty="0"/>
            </a:p>
          </p:txBody>
        </p:sp>
      </p:grpSp>
      <p:graphicFrame>
        <p:nvGraphicFramePr>
          <p:cNvPr id="54" name="Tabelle 53">
            <a:extLst>
              <a:ext uri="{FF2B5EF4-FFF2-40B4-BE49-F238E27FC236}">
                <a16:creationId xmlns:a16="http://schemas.microsoft.com/office/drawing/2014/main" id="{27274D28-C7AB-955F-AC3C-6035BCEA5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603558"/>
              </p:ext>
            </p:extLst>
          </p:nvPr>
        </p:nvGraphicFramePr>
        <p:xfrm>
          <a:off x="7171543" y="1163912"/>
          <a:ext cx="4861771" cy="186880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479976">
                  <a:extLst>
                    <a:ext uri="{9D8B030D-6E8A-4147-A177-3AD203B41FA5}">
                      <a16:colId xmlns:a16="http://schemas.microsoft.com/office/drawing/2014/main" val="950645389"/>
                    </a:ext>
                  </a:extLst>
                </a:gridCol>
                <a:gridCol w="672622">
                  <a:extLst>
                    <a:ext uri="{9D8B030D-6E8A-4147-A177-3AD203B41FA5}">
                      <a16:colId xmlns:a16="http://schemas.microsoft.com/office/drawing/2014/main" val="2219018613"/>
                    </a:ext>
                  </a:extLst>
                </a:gridCol>
                <a:gridCol w="2709173">
                  <a:extLst>
                    <a:ext uri="{9D8B030D-6E8A-4147-A177-3AD203B41FA5}">
                      <a16:colId xmlns:a16="http://schemas.microsoft.com/office/drawing/2014/main" val="3194268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b="1" u="none" strike="noStrike" dirty="0">
                          <a:effectLst/>
                        </a:rPr>
                        <a:t>Input</a:t>
                      </a:r>
                      <a:endParaRPr lang="de-AT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b="1" u="none" strike="noStrike">
                          <a:effectLst/>
                        </a:rPr>
                        <a:t>Datentyp</a:t>
                      </a:r>
                      <a:endParaRPr lang="de-A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b="1" u="none" strike="noStrike" dirty="0">
                          <a:effectLst/>
                        </a:rPr>
                        <a:t>Funktion</a:t>
                      </a:r>
                      <a:endParaRPr lang="de-AT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8312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u="none" strike="noStrike">
                          <a:effectLst/>
                        </a:rPr>
                        <a:t>actPosition</a:t>
                      </a:r>
                      <a:endParaRPr lang="de-A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u="none" strike="noStrike">
                          <a:effectLst/>
                        </a:rPr>
                        <a:t>UINT</a:t>
                      </a:r>
                      <a:endParaRPr lang="de-A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u="none" strike="noStrike">
                          <a:effectLst/>
                        </a:rPr>
                        <a:t>Aktuelle Ballposition [mm]</a:t>
                      </a:r>
                      <a:endParaRPr lang="de-A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6977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u="none" strike="noStrike">
                          <a:effectLst/>
                        </a:rPr>
                        <a:t>actRPM_FAN</a:t>
                      </a:r>
                      <a:endParaRPr lang="de-A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u="none" strike="noStrike">
                          <a:effectLst/>
                        </a:rPr>
                        <a:t>UINT</a:t>
                      </a:r>
                      <a:endParaRPr lang="de-A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u="none" strike="noStrike" dirty="0">
                          <a:effectLst/>
                        </a:rPr>
                        <a:t>Aktuelle Lüfterdrehzahl [min-1]</a:t>
                      </a:r>
                      <a:endParaRPr lang="de-A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0913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u="none" strike="noStrike">
                          <a:effectLst/>
                        </a:rPr>
                        <a:t>State</a:t>
                      </a:r>
                      <a:endParaRPr lang="de-A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u="none" strike="noStrike">
                          <a:effectLst/>
                        </a:rPr>
                        <a:t>USINT</a:t>
                      </a:r>
                      <a:endParaRPr lang="de-A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u="none" strike="noStrike" dirty="0">
                          <a:effectLst/>
                        </a:rPr>
                        <a:t>Status des Sensors</a:t>
                      </a:r>
                      <a:endParaRPr lang="de-A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6240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b="1" u="none" strike="noStrike">
                          <a:effectLst/>
                        </a:rPr>
                        <a:t>Output</a:t>
                      </a:r>
                      <a:endParaRPr lang="de-A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E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b="1" u="none" strike="noStrike">
                          <a:effectLst/>
                        </a:rPr>
                        <a:t>Datentyp</a:t>
                      </a:r>
                      <a:endParaRPr lang="de-AT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E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b="1" u="none" strike="noStrike" dirty="0">
                          <a:effectLst/>
                        </a:rPr>
                        <a:t>Funktion</a:t>
                      </a:r>
                      <a:endParaRPr lang="de-AT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E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1607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de-AT" sz="11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DutyCyclePWM_FAN</a:t>
                      </a:r>
                      <a:endParaRPr lang="de-AT" sz="11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AT" sz="1100" u="none" strike="noStrike">
                          <a:effectLst/>
                        </a:rPr>
                        <a:t>UINT</a:t>
                      </a:r>
                      <a:endParaRPr lang="de-A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Duty Cycle des PWM </a:t>
                      </a:r>
                      <a:r>
                        <a:rPr lang="fr-FR" sz="1100" u="none" strike="noStrike" dirty="0" err="1">
                          <a:effectLst/>
                        </a:rPr>
                        <a:t>Signals</a:t>
                      </a:r>
                      <a:r>
                        <a:rPr lang="fr-FR" sz="1100" u="none" strike="noStrike" dirty="0">
                          <a:effectLst/>
                        </a:rPr>
                        <a:t> 0-65535</a:t>
                      </a:r>
                    </a:p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(0-100%)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9872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 fontAlgn="t"/>
                      <a:r>
                        <a:rPr lang="de-AT" sz="1100" u="none" strike="noStrike" dirty="0" err="1">
                          <a:effectLst/>
                        </a:rPr>
                        <a:t>Ctrl</a:t>
                      </a:r>
                      <a:endParaRPr lang="de-A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AT" sz="1100" u="none" strike="noStrike" dirty="0">
                          <a:effectLst/>
                        </a:rPr>
                        <a:t>USINT</a:t>
                      </a:r>
                      <a:endParaRPr lang="de-A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Control </a:t>
                      </a:r>
                      <a:r>
                        <a:rPr lang="en-US" sz="1100" u="none" strike="noStrike" dirty="0" err="1">
                          <a:effectLst/>
                        </a:rPr>
                        <a:t>Daten</a:t>
                      </a:r>
                      <a:r>
                        <a:rPr lang="en-US" sz="1100" u="none" strike="noStrike" dirty="0">
                          <a:effectLst/>
                        </a:rPr>
                        <a:t> 0 -&gt; Sensor off, PWM-&gt; off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Control </a:t>
                      </a:r>
                      <a:r>
                        <a:rPr lang="en-US" sz="1100" u="none" strike="noStrike" dirty="0" err="1">
                          <a:effectLst/>
                        </a:rPr>
                        <a:t>Daten</a:t>
                      </a:r>
                      <a:r>
                        <a:rPr lang="en-US" sz="1100" u="none" strike="noStrike" dirty="0">
                          <a:effectLst/>
                        </a:rPr>
                        <a:t> 1 -&gt; Sensor on, PWM-&gt; off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Control </a:t>
                      </a:r>
                      <a:r>
                        <a:rPr lang="en-US" sz="1100" u="none" strike="noStrike" dirty="0" err="1">
                          <a:effectLst/>
                        </a:rPr>
                        <a:t>Daten</a:t>
                      </a:r>
                      <a:r>
                        <a:rPr lang="en-US" sz="1100" u="none" strike="noStrike" dirty="0">
                          <a:effectLst/>
                        </a:rPr>
                        <a:t> 3 -&gt; Sensor on, PWM-&gt; 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928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710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Ellipse 123">
            <a:extLst>
              <a:ext uri="{FF2B5EF4-FFF2-40B4-BE49-F238E27FC236}">
                <a16:creationId xmlns:a16="http://schemas.microsoft.com/office/drawing/2014/main" id="{A6CF9E05-5D6F-8EA7-C45E-4116F2649C17}"/>
              </a:ext>
            </a:extLst>
          </p:cNvPr>
          <p:cNvSpPr/>
          <p:nvPr/>
        </p:nvSpPr>
        <p:spPr>
          <a:xfrm>
            <a:off x="4219170" y="4367097"/>
            <a:ext cx="1188000" cy="1188000"/>
          </a:xfrm>
          <a:prstGeom prst="ellipse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pPr algn="ctr"/>
            <a:endParaRPr lang="de-AT" sz="2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43130"/>
            <a:ext cx="7603200" cy="567811"/>
          </a:xfrm>
        </p:spPr>
        <p:txBody>
          <a:bodyPr/>
          <a:lstStyle/>
          <a:p>
            <a:r>
              <a:rPr lang="en-US" dirty="0"/>
              <a:t>Modell</a:t>
            </a:r>
            <a:endParaRPr lang="en-US" u="sng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955CCF8-D2FD-DB17-653D-7195F15039C7}"/>
              </a:ext>
            </a:extLst>
          </p:cNvPr>
          <p:cNvSpPr/>
          <p:nvPr/>
        </p:nvSpPr>
        <p:spPr>
          <a:xfrm>
            <a:off x="2212017" y="2335808"/>
            <a:ext cx="936000" cy="915801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pPr algn="ctr"/>
            <a:endParaRPr lang="de-AT" sz="2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A20ADDA-2DFA-9C09-4573-2D8489D64B0F}"/>
                  </a:ext>
                </a:extLst>
              </p:cNvPr>
              <p:cNvSpPr txBox="1"/>
              <p:nvPr/>
            </p:nvSpPr>
            <p:spPr>
              <a:xfrm>
                <a:off x="6625284" y="817839"/>
                <a:ext cx="6094428" cy="42378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14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AT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de-AT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sz="14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𝑆</m:t>
                          </m:r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de-AT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DE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de-AT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AT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de-AT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AT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AT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AT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  <m:f>
                                    <m:fPr>
                                      <m:ctrlPr>
                                        <a:rPr lang="de-DE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l-GR" sz="1400"/>
                                        <m:t>φ</m:t>
                                      </m:r>
                                    </m:num>
                                    <m:den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AT" sz="140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  <m:f>
                                    <m:fPr>
                                      <m:ctrlPr>
                                        <a:rPr lang="de-DE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𝑑𝑠</m:t>
                                      </m:r>
                                    </m:num>
                                    <m:den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num>
                                <m:den>
                                  <m:sSub>
                                    <m:sSubPr>
                                      <m:ctrlPr>
                                        <a:rPr lang="de-AT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de-DE" sz="1400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de-DE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AT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DE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de-AT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de-AT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AT" sz="14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</m:nary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DE" sz="14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0=</m:t>
                      </m:r>
                      <m:sSub>
                        <m:sSubPr>
                          <m:ctrlPr>
                            <a:rPr lang="de-AT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de-AT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AT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AT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AT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  <m:f>
                                    <m:fPr>
                                      <m:ctrlPr>
                                        <a:rPr lang="de-DE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l-GR" sz="1400"/>
                                        <m:t>φ</m:t>
                                      </m:r>
                                    </m:num>
                                    <m:den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AT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  <m:f>
                                    <m:fPr>
                                      <m:ctrlPr>
                                        <a:rPr lang="de-DE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𝑑𝑠</m:t>
                                      </m:r>
                                    </m:num>
                                    <m:den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num>
                                <m:den>
                                  <m:sSub>
                                    <m:sSubPr>
                                      <m:ctrlPr>
                                        <a:rPr lang="de-AT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de-DE" sz="1400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de-DE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de-AT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DE" sz="14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de-AT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14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de-DE" sz="1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AT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AT" sz="140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e-DE" sz="14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de-DE" sz="14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de-AT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AT" sz="14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AT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AT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  <m:f>
                                    <m:fPr>
                                      <m:ctrlPr>
                                        <a:rPr lang="de-DE" sz="140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l-GR" sz="1400"/>
                                        <m:t>φ</m:t>
                                      </m:r>
                                    </m:num>
                                    <m:den>
                                      <m:r>
                                        <a:rPr lang="de-DE" sz="1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AT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  <m:f>
                                    <m:fPr>
                                      <m:ctrlPr>
                                        <a:rPr lang="de-DE" sz="140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𝑑𝑠</m:t>
                                      </m:r>
                                    </m:num>
                                    <m:den>
                                      <m:r>
                                        <a:rPr lang="de-DE" sz="14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num>
                                <m:den>
                                  <m:sSub>
                                    <m:sSubPr>
                                      <m:ctrlPr>
                                        <a:rPr lang="de-AT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de-DE" sz="1400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de-DE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𝑔</m:t>
                      </m:r>
                    </m:oMath>
                  </m:oMathPara>
                </a14:m>
                <a:endParaRPr lang="de-AT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A20ADDA-2DFA-9C09-4573-2D8489D64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284" y="817839"/>
                <a:ext cx="6094428" cy="42378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Ellipse 85">
            <a:extLst>
              <a:ext uri="{FF2B5EF4-FFF2-40B4-BE49-F238E27FC236}">
                <a16:creationId xmlns:a16="http://schemas.microsoft.com/office/drawing/2014/main" id="{0DE132A7-D3A0-7351-2D7D-86095D10D411}"/>
              </a:ext>
            </a:extLst>
          </p:cNvPr>
          <p:cNvSpPr/>
          <p:nvPr/>
        </p:nvSpPr>
        <p:spPr>
          <a:xfrm>
            <a:off x="2623802" y="2746058"/>
            <a:ext cx="108000" cy="108000"/>
          </a:xfrm>
          <a:prstGeom prst="ellipse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pPr algn="ctr"/>
            <a:endParaRPr lang="de-AT" sz="2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24A9AE21-8B62-0037-40BE-4CDCF8D2D736}"/>
                  </a:ext>
                </a:extLst>
              </p:cNvPr>
              <p:cNvSpPr txBox="1"/>
              <p:nvPr/>
            </p:nvSpPr>
            <p:spPr>
              <a:xfrm>
                <a:off x="2330532" y="1549276"/>
                <a:ext cx="391270" cy="774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de-AT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DE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de-AT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24A9AE21-8B62-0037-40BE-4CDCF8D2D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532" y="1549276"/>
                <a:ext cx="391270" cy="7745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C8F0D79A-A4BB-EFF7-F9A5-54C6F57732FD}"/>
              </a:ext>
            </a:extLst>
          </p:cNvPr>
          <p:cNvCxnSpPr>
            <a:cxnSpLocks/>
          </p:cNvCxnSpPr>
          <p:nvPr/>
        </p:nvCxnSpPr>
        <p:spPr>
          <a:xfrm rot="10800000">
            <a:off x="1432165" y="956788"/>
            <a:ext cx="0" cy="3960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Ellipse 93">
            <a:extLst>
              <a:ext uri="{FF2B5EF4-FFF2-40B4-BE49-F238E27FC236}">
                <a16:creationId xmlns:a16="http://schemas.microsoft.com/office/drawing/2014/main" id="{BD675064-F046-88E0-FC55-DAF7080399BD}"/>
              </a:ext>
            </a:extLst>
          </p:cNvPr>
          <p:cNvSpPr/>
          <p:nvPr/>
        </p:nvSpPr>
        <p:spPr>
          <a:xfrm>
            <a:off x="388042" y="2326285"/>
            <a:ext cx="936000" cy="915801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pPr algn="ctr"/>
            <a:endParaRPr lang="de-AT" sz="2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42BDC18A-7CF5-0D77-1957-5E5ADB89AA3D}"/>
              </a:ext>
            </a:extLst>
          </p:cNvPr>
          <p:cNvGrpSpPr/>
          <p:nvPr/>
        </p:nvGrpSpPr>
        <p:grpSpPr>
          <a:xfrm flipH="1">
            <a:off x="328436" y="969486"/>
            <a:ext cx="529200" cy="3960000"/>
            <a:chOff x="3850571" y="1193799"/>
            <a:chExt cx="530572" cy="4005382"/>
          </a:xfrm>
        </p:grpSpPr>
        <p:sp>
          <p:nvSpPr>
            <p:cNvPr id="96" name="Freihandform: Form 95">
              <a:extLst>
                <a:ext uri="{FF2B5EF4-FFF2-40B4-BE49-F238E27FC236}">
                  <a16:creationId xmlns:a16="http://schemas.microsoft.com/office/drawing/2014/main" id="{56BE9395-E7B9-731A-C647-5C8F127C956F}"/>
                </a:ext>
              </a:extLst>
            </p:cNvPr>
            <p:cNvSpPr/>
            <p:nvPr/>
          </p:nvSpPr>
          <p:spPr>
            <a:xfrm>
              <a:off x="3850571" y="1193800"/>
              <a:ext cx="496367" cy="4005381"/>
            </a:xfrm>
            <a:custGeom>
              <a:avLst/>
              <a:gdLst>
                <a:gd name="connsiteX0" fmla="*/ 128674 w 752571"/>
                <a:gd name="connsiteY0" fmla="*/ 0 h 2510782"/>
                <a:gd name="connsiteX1" fmla="*/ 233449 w 752571"/>
                <a:gd name="connsiteY1" fmla="*/ 700088 h 2510782"/>
                <a:gd name="connsiteX2" fmla="*/ 752561 w 752571"/>
                <a:gd name="connsiteY2" fmla="*/ 1238250 h 2510782"/>
                <a:gd name="connsiteX3" fmla="*/ 247736 w 752571"/>
                <a:gd name="connsiteY3" fmla="*/ 1757363 h 2510782"/>
                <a:gd name="connsiteX4" fmla="*/ 33424 w 752571"/>
                <a:gd name="connsiteY4" fmla="*/ 2471738 h 2510782"/>
                <a:gd name="connsiteX0" fmla="*/ 107624 w 731521"/>
                <a:gd name="connsiteY0" fmla="*/ 0 h 2685134"/>
                <a:gd name="connsiteX1" fmla="*/ 212399 w 731521"/>
                <a:gd name="connsiteY1" fmla="*/ 700088 h 2685134"/>
                <a:gd name="connsiteX2" fmla="*/ 731511 w 731521"/>
                <a:gd name="connsiteY2" fmla="*/ 1238250 h 2685134"/>
                <a:gd name="connsiteX3" fmla="*/ 226686 w 731521"/>
                <a:gd name="connsiteY3" fmla="*/ 1757363 h 2685134"/>
                <a:gd name="connsiteX4" fmla="*/ 36187 w 731521"/>
                <a:gd name="connsiteY4" fmla="*/ 2652713 h 2685134"/>
                <a:gd name="connsiteX0" fmla="*/ 71437 w 695334"/>
                <a:gd name="connsiteY0" fmla="*/ 0 h 2652713"/>
                <a:gd name="connsiteX1" fmla="*/ 176212 w 695334"/>
                <a:gd name="connsiteY1" fmla="*/ 700088 h 2652713"/>
                <a:gd name="connsiteX2" fmla="*/ 695324 w 695334"/>
                <a:gd name="connsiteY2" fmla="*/ 1238250 h 2652713"/>
                <a:gd name="connsiteX3" fmla="*/ 190499 w 695334"/>
                <a:gd name="connsiteY3" fmla="*/ 1757363 h 2652713"/>
                <a:gd name="connsiteX4" fmla="*/ 0 w 695334"/>
                <a:gd name="connsiteY4" fmla="*/ 2652713 h 2652713"/>
                <a:gd name="connsiteX0" fmla="*/ 42862 w 666759"/>
                <a:gd name="connsiteY0" fmla="*/ 0 h 2733676"/>
                <a:gd name="connsiteX1" fmla="*/ 147637 w 666759"/>
                <a:gd name="connsiteY1" fmla="*/ 700088 h 2733676"/>
                <a:gd name="connsiteX2" fmla="*/ 666749 w 666759"/>
                <a:gd name="connsiteY2" fmla="*/ 1238250 h 2733676"/>
                <a:gd name="connsiteX3" fmla="*/ 161924 w 666759"/>
                <a:gd name="connsiteY3" fmla="*/ 1757363 h 2733676"/>
                <a:gd name="connsiteX4" fmla="*/ 0 w 666759"/>
                <a:gd name="connsiteY4" fmla="*/ 2733676 h 2733676"/>
                <a:gd name="connsiteX0" fmla="*/ 66675 w 690572"/>
                <a:gd name="connsiteY0" fmla="*/ 0 h 2733676"/>
                <a:gd name="connsiteX1" fmla="*/ 171450 w 690572"/>
                <a:gd name="connsiteY1" fmla="*/ 700088 h 2733676"/>
                <a:gd name="connsiteX2" fmla="*/ 690562 w 690572"/>
                <a:gd name="connsiteY2" fmla="*/ 1238250 h 2733676"/>
                <a:gd name="connsiteX3" fmla="*/ 185737 w 690572"/>
                <a:gd name="connsiteY3" fmla="*/ 1757363 h 2733676"/>
                <a:gd name="connsiteX4" fmla="*/ 0 w 690572"/>
                <a:gd name="connsiteY4" fmla="*/ 2733676 h 2733676"/>
                <a:gd name="connsiteX0" fmla="*/ 68479 w 692376"/>
                <a:gd name="connsiteY0" fmla="*/ 0 h 2733676"/>
                <a:gd name="connsiteX1" fmla="*/ 173254 w 692376"/>
                <a:gd name="connsiteY1" fmla="*/ 700088 h 2733676"/>
                <a:gd name="connsiteX2" fmla="*/ 692366 w 692376"/>
                <a:gd name="connsiteY2" fmla="*/ 1238250 h 2733676"/>
                <a:gd name="connsiteX3" fmla="*/ 187541 w 692376"/>
                <a:gd name="connsiteY3" fmla="*/ 1757363 h 2733676"/>
                <a:gd name="connsiteX4" fmla="*/ 1804 w 692376"/>
                <a:gd name="connsiteY4" fmla="*/ 2733676 h 2733676"/>
                <a:gd name="connsiteX0" fmla="*/ 66682 w 690579"/>
                <a:gd name="connsiteY0" fmla="*/ 0 h 2733676"/>
                <a:gd name="connsiteX1" fmla="*/ 171457 w 690579"/>
                <a:gd name="connsiteY1" fmla="*/ 700088 h 2733676"/>
                <a:gd name="connsiteX2" fmla="*/ 690569 w 690579"/>
                <a:gd name="connsiteY2" fmla="*/ 1238250 h 2733676"/>
                <a:gd name="connsiteX3" fmla="*/ 185744 w 690579"/>
                <a:gd name="connsiteY3" fmla="*/ 1757363 h 2733676"/>
                <a:gd name="connsiteX4" fmla="*/ 7 w 690579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705357 h 2733676"/>
                <a:gd name="connsiteX4" fmla="*/ 8 w 690572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705357 h 2733676"/>
                <a:gd name="connsiteX4" fmla="*/ 8 w 690571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649017 h 2733676"/>
                <a:gd name="connsiteX4" fmla="*/ 8 w 690571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649017 h 2733676"/>
                <a:gd name="connsiteX4" fmla="*/ 8 w 690572"/>
                <a:gd name="connsiteY4" fmla="*/ 2733676 h 2733676"/>
                <a:gd name="connsiteX0" fmla="*/ 66682 w 690587"/>
                <a:gd name="connsiteY0" fmla="*/ 0 h 2733676"/>
                <a:gd name="connsiteX1" fmla="*/ 171457 w 690587"/>
                <a:gd name="connsiteY1" fmla="*/ 700088 h 2733676"/>
                <a:gd name="connsiteX2" fmla="*/ 690569 w 690587"/>
                <a:gd name="connsiteY2" fmla="*/ 1238250 h 2733676"/>
                <a:gd name="connsiteX3" fmla="*/ 185744 w 690587"/>
                <a:gd name="connsiteY3" fmla="*/ 1610012 h 2733676"/>
                <a:gd name="connsiteX4" fmla="*/ 7 w 690587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4 w 690590"/>
                <a:gd name="connsiteY3" fmla="*/ 1610012 h 2733676"/>
                <a:gd name="connsiteX4" fmla="*/ 7 w 690590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3 w 690590"/>
                <a:gd name="connsiteY3" fmla="*/ 1597010 h 2733676"/>
                <a:gd name="connsiteX4" fmla="*/ 7 w 690590"/>
                <a:gd name="connsiteY4" fmla="*/ 2733676 h 2733676"/>
                <a:gd name="connsiteX0" fmla="*/ 82367 w 706275"/>
                <a:gd name="connsiteY0" fmla="*/ 0 h 2733676"/>
                <a:gd name="connsiteX1" fmla="*/ 187142 w 706275"/>
                <a:gd name="connsiteY1" fmla="*/ 700088 h 2733676"/>
                <a:gd name="connsiteX2" fmla="*/ 706254 w 706275"/>
                <a:gd name="connsiteY2" fmla="*/ 1238250 h 2733676"/>
                <a:gd name="connsiteX3" fmla="*/ 201428 w 706275"/>
                <a:gd name="connsiteY3" fmla="*/ 1597010 h 2733676"/>
                <a:gd name="connsiteX4" fmla="*/ 15692 w 706275"/>
                <a:gd name="connsiteY4" fmla="*/ 2733676 h 2733676"/>
                <a:gd name="connsiteX0" fmla="*/ 69448 w 693356"/>
                <a:gd name="connsiteY0" fmla="*/ 0 h 2733676"/>
                <a:gd name="connsiteX1" fmla="*/ 174223 w 693356"/>
                <a:gd name="connsiteY1" fmla="*/ 700088 h 2733676"/>
                <a:gd name="connsiteX2" fmla="*/ 693335 w 693356"/>
                <a:gd name="connsiteY2" fmla="*/ 1238250 h 2733676"/>
                <a:gd name="connsiteX3" fmla="*/ 188509 w 693356"/>
                <a:gd name="connsiteY3" fmla="*/ 1597010 h 2733676"/>
                <a:gd name="connsiteX4" fmla="*/ 2773 w 693356"/>
                <a:gd name="connsiteY4" fmla="*/ 2733676 h 2733676"/>
                <a:gd name="connsiteX0" fmla="*/ 67415 w 691323"/>
                <a:gd name="connsiteY0" fmla="*/ 0 h 2733676"/>
                <a:gd name="connsiteX1" fmla="*/ 172190 w 691323"/>
                <a:gd name="connsiteY1" fmla="*/ 700088 h 2733676"/>
                <a:gd name="connsiteX2" fmla="*/ 691302 w 691323"/>
                <a:gd name="connsiteY2" fmla="*/ 1238250 h 2733676"/>
                <a:gd name="connsiteX3" fmla="*/ 186476 w 691323"/>
                <a:gd name="connsiteY3" fmla="*/ 1597010 h 2733676"/>
                <a:gd name="connsiteX4" fmla="*/ 740 w 691323"/>
                <a:gd name="connsiteY4" fmla="*/ 2733676 h 2733676"/>
                <a:gd name="connsiteX0" fmla="*/ 82369 w 706277"/>
                <a:gd name="connsiteY0" fmla="*/ 0 h 2733676"/>
                <a:gd name="connsiteX1" fmla="*/ 187144 w 706277"/>
                <a:gd name="connsiteY1" fmla="*/ 700088 h 2733676"/>
                <a:gd name="connsiteX2" fmla="*/ 706256 w 706277"/>
                <a:gd name="connsiteY2" fmla="*/ 1238250 h 2733676"/>
                <a:gd name="connsiteX3" fmla="*/ 201430 w 706277"/>
                <a:gd name="connsiteY3" fmla="*/ 1597010 h 2733676"/>
                <a:gd name="connsiteX4" fmla="*/ 15694 w 706277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88343 h 2733676"/>
                <a:gd name="connsiteX4" fmla="*/ 18502 w 709085"/>
                <a:gd name="connsiteY4" fmla="*/ 2733676 h 2733676"/>
                <a:gd name="connsiteX0" fmla="*/ 118722 w 742630"/>
                <a:gd name="connsiteY0" fmla="*/ 0 h 2733676"/>
                <a:gd name="connsiteX1" fmla="*/ 223497 w 742630"/>
                <a:gd name="connsiteY1" fmla="*/ 700088 h 2733676"/>
                <a:gd name="connsiteX2" fmla="*/ 742609 w 742630"/>
                <a:gd name="connsiteY2" fmla="*/ 1238250 h 2733676"/>
                <a:gd name="connsiteX3" fmla="*/ 237783 w 742630"/>
                <a:gd name="connsiteY3" fmla="*/ 1588343 h 2733676"/>
                <a:gd name="connsiteX4" fmla="*/ 4855 w 742630"/>
                <a:gd name="connsiteY4" fmla="*/ 2733676 h 2733676"/>
                <a:gd name="connsiteX0" fmla="*/ 113868 w 737776"/>
                <a:gd name="connsiteY0" fmla="*/ 0 h 2733676"/>
                <a:gd name="connsiteX1" fmla="*/ 218643 w 737776"/>
                <a:gd name="connsiteY1" fmla="*/ 700088 h 2733676"/>
                <a:gd name="connsiteX2" fmla="*/ 737755 w 737776"/>
                <a:gd name="connsiteY2" fmla="*/ 1238250 h 2733676"/>
                <a:gd name="connsiteX3" fmla="*/ 232929 w 737776"/>
                <a:gd name="connsiteY3" fmla="*/ 1588343 h 2733676"/>
                <a:gd name="connsiteX4" fmla="*/ 1 w 737776"/>
                <a:gd name="connsiteY4" fmla="*/ 2733676 h 273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776" h="2733676">
                  <a:moveTo>
                    <a:pt x="113868" y="0"/>
                  </a:moveTo>
                  <a:cubicBezTo>
                    <a:pt x="114265" y="246856"/>
                    <a:pt x="114662" y="493713"/>
                    <a:pt x="218643" y="700088"/>
                  </a:cubicBezTo>
                  <a:cubicBezTo>
                    <a:pt x="322624" y="906463"/>
                    <a:pt x="735374" y="1090208"/>
                    <a:pt x="737755" y="1238250"/>
                  </a:cubicBezTo>
                  <a:cubicBezTo>
                    <a:pt x="740136" y="1386292"/>
                    <a:pt x="541551" y="1478107"/>
                    <a:pt x="232929" y="1588343"/>
                  </a:cubicBezTo>
                  <a:cubicBezTo>
                    <a:pt x="-56818" y="1650908"/>
                    <a:pt x="36962" y="2351882"/>
                    <a:pt x="1" y="2733676"/>
                  </a:cubicBezTo>
                </a:path>
              </a:pathLst>
            </a:custGeom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5BC519A4-684B-54A5-BF8D-4D0CFEA6D953}"/>
                </a:ext>
              </a:extLst>
            </p:cNvPr>
            <p:cNvSpPr/>
            <p:nvPr/>
          </p:nvSpPr>
          <p:spPr>
            <a:xfrm>
              <a:off x="3993936" y="1193799"/>
              <a:ext cx="359266" cy="4005381"/>
            </a:xfrm>
            <a:custGeom>
              <a:avLst/>
              <a:gdLst>
                <a:gd name="connsiteX0" fmla="*/ 128674 w 752571"/>
                <a:gd name="connsiteY0" fmla="*/ 0 h 2510782"/>
                <a:gd name="connsiteX1" fmla="*/ 233449 w 752571"/>
                <a:gd name="connsiteY1" fmla="*/ 700088 h 2510782"/>
                <a:gd name="connsiteX2" fmla="*/ 752561 w 752571"/>
                <a:gd name="connsiteY2" fmla="*/ 1238250 h 2510782"/>
                <a:gd name="connsiteX3" fmla="*/ 247736 w 752571"/>
                <a:gd name="connsiteY3" fmla="*/ 1757363 h 2510782"/>
                <a:gd name="connsiteX4" fmla="*/ 33424 w 752571"/>
                <a:gd name="connsiteY4" fmla="*/ 2471738 h 2510782"/>
                <a:gd name="connsiteX0" fmla="*/ 107624 w 731521"/>
                <a:gd name="connsiteY0" fmla="*/ 0 h 2685134"/>
                <a:gd name="connsiteX1" fmla="*/ 212399 w 731521"/>
                <a:gd name="connsiteY1" fmla="*/ 700088 h 2685134"/>
                <a:gd name="connsiteX2" fmla="*/ 731511 w 731521"/>
                <a:gd name="connsiteY2" fmla="*/ 1238250 h 2685134"/>
                <a:gd name="connsiteX3" fmla="*/ 226686 w 731521"/>
                <a:gd name="connsiteY3" fmla="*/ 1757363 h 2685134"/>
                <a:gd name="connsiteX4" fmla="*/ 36187 w 731521"/>
                <a:gd name="connsiteY4" fmla="*/ 2652713 h 2685134"/>
                <a:gd name="connsiteX0" fmla="*/ 71437 w 695334"/>
                <a:gd name="connsiteY0" fmla="*/ 0 h 2652713"/>
                <a:gd name="connsiteX1" fmla="*/ 176212 w 695334"/>
                <a:gd name="connsiteY1" fmla="*/ 700088 h 2652713"/>
                <a:gd name="connsiteX2" fmla="*/ 695324 w 695334"/>
                <a:gd name="connsiteY2" fmla="*/ 1238250 h 2652713"/>
                <a:gd name="connsiteX3" fmla="*/ 190499 w 695334"/>
                <a:gd name="connsiteY3" fmla="*/ 1757363 h 2652713"/>
                <a:gd name="connsiteX4" fmla="*/ 0 w 695334"/>
                <a:gd name="connsiteY4" fmla="*/ 2652713 h 2652713"/>
                <a:gd name="connsiteX0" fmla="*/ 42862 w 666759"/>
                <a:gd name="connsiteY0" fmla="*/ 0 h 2733676"/>
                <a:gd name="connsiteX1" fmla="*/ 147637 w 666759"/>
                <a:gd name="connsiteY1" fmla="*/ 700088 h 2733676"/>
                <a:gd name="connsiteX2" fmla="*/ 666749 w 666759"/>
                <a:gd name="connsiteY2" fmla="*/ 1238250 h 2733676"/>
                <a:gd name="connsiteX3" fmla="*/ 161924 w 666759"/>
                <a:gd name="connsiteY3" fmla="*/ 1757363 h 2733676"/>
                <a:gd name="connsiteX4" fmla="*/ 0 w 666759"/>
                <a:gd name="connsiteY4" fmla="*/ 2733676 h 2733676"/>
                <a:gd name="connsiteX0" fmla="*/ 66675 w 690572"/>
                <a:gd name="connsiteY0" fmla="*/ 0 h 2733676"/>
                <a:gd name="connsiteX1" fmla="*/ 171450 w 690572"/>
                <a:gd name="connsiteY1" fmla="*/ 700088 h 2733676"/>
                <a:gd name="connsiteX2" fmla="*/ 690562 w 690572"/>
                <a:gd name="connsiteY2" fmla="*/ 1238250 h 2733676"/>
                <a:gd name="connsiteX3" fmla="*/ 185737 w 690572"/>
                <a:gd name="connsiteY3" fmla="*/ 1757363 h 2733676"/>
                <a:gd name="connsiteX4" fmla="*/ 0 w 690572"/>
                <a:gd name="connsiteY4" fmla="*/ 2733676 h 2733676"/>
                <a:gd name="connsiteX0" fmla="*/ 68479 w 692376"/>
                <a:gd name="connsiteY0" fmla="*/ 0 h 2733676"/>
                <a:gd name="connsiteX1" fmla="*/ 173254 w 692376"/>
                <a:gd name="connsiteY1" fmla="*/ 700088 h 2733676"/>
                <a:gd name="connsiteX2" fmla="*/ 692366 w 692376"/>
                <a:gd name="connsiteY2" fmla="*/ 1238250 h 2733676"/>
                <a:gd name="connsiteX3" fmla="*/ 187541 w 692376"/>
                <a:gd name="connsiteY3" fmla="*/ 1757363 h 2733676"/>
                <a:gd name="connsiteX4" fmla="*/ 1804 w 692376"/>
                <a:gd name="connsiteY4" fmla="*/ 2733676 h 2733676"/>
                <a:gd name="connsiteX0" fmla="*/ 66682 w 690579"/>
                <a:gd name="connsiteY0" fmla="*/ 0 h 2733676"/>
                <a:gd name="connsiteX1" fmla="*/ 171457 w 690579"/>
                <a:gd name="connsiteY1" fmla="*/ 700088 h 2733676"/>
                <a:gd name="connsiteX2" fmla="*/ 690569 w 690579"/>
                <a:gd name="connsiteY2" fmla="*/ 1238250 h 2733676"/>
                <a:gd name="connsiteX3" fmla="*/ 185744 w 690579"/>
                <a:gd name="connsiteY3" fmla="*/ 1757363 h 2733676"/>
                <a:gd name="connsiteX4" fmla="*/ 7 w 690579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705357 h 2733676"/>
                <a:gd name="connsiteX4" fmla="*/ 8 w 690572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705357 h 2733676"/>
                <a:gd name="connsiteX4" fmla="*/ 8 w 690571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649017 h 2733676"/>
                <a:gd name="connsiteX4" fmla="*/ 8 w 690571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649017 h 2733676"/>
                <a:gd name="connsiteX4" fmla="*/ 8 w 690572"/>
                <a:gd name="connsiteY4" fmla="*/ 2733676 h 2733676"/>
                <a:gd name="connsiteX0" fmla="*/ 66682 w 690587"/>
                <a:gd name="connsiteY0" fmla="*/ 0 h 2733676"/>
                <a:gd name="connsiteX1" fmla="*/ 171457 w 690587"/>
                <a:gd name="connsiteY1" fmla="*/ 700088 h 2733676"/>
                <a:gd name="connsiteX2" fmla="*/ 690569 w 690587"/>
                <a:gd name="connsiteY2" fmla="*/ 1238250 h 2733676"/>
                <a:gd name="connsiteX3" fmla="*/ 185744 w 690587"/>
                <a:gd name="connsiteY3" fmla="*/ 1610012 h 2733676"/>
                <a:gd name="connsiteX4" fmla="*/ 7 w 690587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4 w 690590"/>
                <a:gd name="connsiteY3" fmla="*/ 1610012 h 2733676"/>
                <a:gd name="connsiteX4" fmla="*/ 7 w 690590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3 w 690590"/>
                <a:gd name="connsiteY3" fmla="*/ 1597010 h 2733676"/>
                <a:gd name="connsiteX4" fmla="*/ 7 w 690590"/>
                <a:gd name="connsiteY4" fmla="*/ 2733676 h 2733676"/>
                <a:gd name="connsiteX0" fmla="*/ 82367 w 706275"/>
                <a:gd name="connsiteY0" fmla="*/ 0 h 2733676"/>
                <a:gd name="connsiteX1" fmla="*/ 187142 w 706275"/>
                <a:gd name="connsiteY1" fmla="*/ 700088 h 2733676"/>
                <a:gd name="connsiteX2" fmla="*/ 706254 w 706275"/>
                <a:gd name="connsiteY2" fmla="*/ 1238250 h 2733676"/>
                <a:gd name="connsiteX3" fmla="*/ 201428 w 706275"/>
                <a:gd name="connsiteY3" fmla="*/ 1597010 h 2733676"/>
                <a:gd name="connsiteX4" fmla="*/ 15692 w 706275"/>
                <a:gd name="connsiteY4" fmla="*/ 2733676 h 2733676"/>
                <a:gd name="connsiteX0" fmla="*/ 69448 w 693356"/>
                <a:gd name="connsiteY0" fmla="*/ 0 h 2733676"/>
                <a:gd name="connsiteX1" fmla="*/ 174223 w 693356"/>
                <a:gd name="connsiteY1" fmla="*/ 700088 h 2733676"/>
                <a:gd name="connsiteX2" fmla="*/ 693335 w 693356"/>
                <a:gd name="connsiteY2" fmla="*/ 1238250 h 2733676"/>
                <a:gd name="connsiteX3" fmla="*/ 188509 w 693356"/>
                <a:gd name="connsiteY3" fmla="*/ 1597010 h 2733676"/>
                <a:gd name="connsiteX4" fmla="*/ 2773 w 693356"/>
                <a:gd name="connsiteY4" fmla="*/ 2733676 h 2733676"/>
                <a:gd name="connsiteX0" fmla="*/ 67415 w 691323"/>
                <a:gd name="connsiteY0" fmla="*/ 0 h 2733676"/>
                <a:gd name="connsiteX1" fmla="*/ 172190 w 691323"/>
                <a:gd name="connsiteY1" fmla="*/ 700088 h 2733676"/>
                <a:gd name="connsiteX2" fmla="*/ 691302 w 691323"/>
                <a:gd name="connsiteY2" fmla="*/ 1238250 h 2733676"/>
                <a:gd name="connsiteX3" fmla="*/ 186476 w 691323"/>
                <a:gd name="connsiteY3" fmla="*/ 1597010 h 2733676"/>
                <a:gd name="connsiteX4" fmla="*/ 740 w 691323"/>
                <a:gd name="connsiteY4" fmla="*/ 2733676 h 2733676"/>
                <a:gd name="connsiteX0" fmla="*/ 82369 w 706277"/>
                <a:gd name="connsiteY0" fmla="*/ 0 h 2733676"/>
                <a:gd name="connsiteX1" fmla="*/ 187144 w 706277"/>
                <a:gd name="connsiteY1" fmla="*/ 700088 h 2733676"/>
                <a:gd name="connsiteX2" fmla="*/ 706256 w 706277"/>
                <a:gd name="connsiteY2" fmla="*/ 1238250 h 2733676"/>
                <a:gd name="connsiteX3" fmla="*/ 201430 w 706277"/>
                <a:gd name="connsiteY3" fmla="*/ 1597010 h 2733676"/>
                <a:gd name="connsiteX4" fmla="*/ 15694 w 706277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88343 h 2733676"/>
                <a:gd name="connsiteX4" fmla="*/ 18502 w 709085"/>
                <a:gd name="connsiteY4" fmla="*/ 2733676 h 2733676"/>
                <a:gd name="connsiteX0" fmla="*/ 118722 w 742630"/>
                <a:gd name="connsiteY0" fmla="*/ 0 h 2733676"/>
                <a:gd name="connsiteX1" fmla="*/ 223497 w 742630"/>
                <a:gd name="connsiteY1" fmla="*/ 700088 h 2733676"/>
                <a:gd name="connsiteX2" fmla="*/ 742609 w 742630"/>
                <a:gd name="connsiteY2" fmla="*/ 1238250 h 2733676"/>
                <a:gd name="connsiteX3" fmla="*/ 237783 w 742630"/>
                <a:gd name="connsiteY3" fmla="*/ 1588343 h 2733676"/>
                <a:gd name="connsiteX4" fmla="*/ 4855 w 742630"/>
                <a:gd name="connsiteY4" fmla="*/ 2733676 h 2733676"/>
                <a:gd name="connsiteX0" fmla="*/ 113868 w 737776"/>
                <a:gd name="connsiteY0" fmla="*/ 0 h 2733676"/>
                <a:gd name="connsiteX1" fmla="*/ 218643 w 737776"/>
                <a:gd name="connsiteY1" fmla="*/ 700088 h 2733676"/>
                <a:gd name="connsiteX2" fmla="*/ 737755 w 737776"/>
                <a:gd name="connsiteY2" fmla="*/ 1238250 h 2733676"/>
                <a:gd name="connsiteX3" fmla="*/ 232929 w 737776"/>
                <a:gd name="connsiteY3" fmla="*/ 1588343 h 2733676"/>
                <a:gd name="connsiteX4" fmla="*/ 1 w 737776"/>
                <a:gd name="connsiteY4" fmla="*/ 2733676 h 273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776" h="2733676">
                  <a:moveTo>
                    <a:pt x="113868" y="0"/>
                  </a:moveTo>
                  <a:cubicBezTo>
                    <a:pt x="114265" y="246856"/>
                    <a:pt x="114662" y="493713"/>
                    <a:pt x="218643" y="700088"/>
                  </a:cubicBezTo>
                  <a:cubicBezTo>
                    <a:pt x="322624" y="906463"/>
                    <a:pt x="735374" y="1090208"/>
                    <a:pt x="737755" y="1238250"/>
                  </a:cubicBezTo>
                  <a:cubicBezTo>
                    <a:pt x="740136" y="1386292"/>
                    <a:pt x="541551" y="1478107"/>
                    <a:pt x="232929" y="1588343"/>
                  </a:cubicBezTo>
                  <a:cubicBezTo>
                    <a:pt x="-56818" y="1650908"/>
                    <a:pt x="36962" y="2351882"/>
                    <a:pt x="1" y="2733676"/>
                  </a:cubicBezTo>
                </a:path>
              </a:pathLst>
            </a:custGeom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98" name="Freihandform: Form 97">
              <a:extLst>
                <a:ext uri="{FF2B5EF4-FFF2-40B4-BE49-F238E27FC236}">
                  <a16:creationId xmlns:a16="http://schemas.microsoft.com/office/drawing/2014/main" id="{84889114-0744-45CB-C7D7-915401D55B32}"/>
                </a:ext>
              </a:extLst>
            </p:cNvPr>
            <p:cNvSpPr/>
            <p:nvPr/>
          </p:nvSpPr>
          <p:spPr>
            <a:xfrm>
              <a:off x="4164775" y="1193800"/>
              <a:ext cx="194778" cy="4005381"/>
            </a:xfrm>
            <a:custGeom>
              <a:avLst/>
              <a:gdLst>
                <a:gd name="connsiteX0" fmla="*/ 128674 w 752571"/>
                <a:gd name="connsiteY0" fmla="*/ 0 h 2510782"/>
                <a:gd name="connsiteX1" fmla="*/ 233449 w 752571"/>
                <a:gd name="connsiteY1" fmla="*/ 700088 h 2510782"/>
                <a:gd name="connsiteX2" fmla="*/ 752561 w 752571"/>
                <a:gd name="connsiteY2" fmla="*/ 1238250 h 2510782"/>
                <a:gd name="connsiteX3" fmla="*/ 247736 w 752571"/>
                <a:gd name="connsiteY3" fmla="*/ 1757363 h 2510782"/>
                <a:gd name="connsiteX4" fmla="*/ 33424 w 752571"/>
                <a:gd name="connsiteY4" fmla="*/ 2471738 h 2510782"/>
                <a:gd name="connsiteX0" fmla="*/ 107624 w 731521"/>
                <a:gd name="connsiteY0" fmla="*/ 0 h 2685134"/>
                <a:gd name="connsiteX1" fmla="*/ 212399 w 731521"/>
                <a:gd name="connsiteY1" fmla="*/ 700088 h 2685134"/>
                <a:gd name="connsiteX2" fmla="*/ 731511 w 731521"/>
                <a:gd name="connsiteY2" fmla="*/ 1238250 h 2685134"/>
                <a:gd name="connsiteX3" fmla="*/ 226686 w 731521"/>
                <a:gd name="connsiteY3" fmla="*/ 1757363 h 2685134"/>
                <a:gd name="connsiteX4" fmla="*/ 36187 w 731521"/>
                <a:gd name="connsiteY4" fmla="*/ 2652713 h 2685134"/>
                <a:gd name="connsiteX0" fmla="*/ 71437 w 695334"/>
                <a:gd name="connsiteY0" fmla="*/ 0 h 2652713"/>
                <a:gd name="connsiteX1" fmla="*/ 176212 w 695334"/>
                <a:gd name="connsiteY1" fmla="*/ 700088 h 2652713"/>
                <a:gd name="connsiteX2" fmla="*/ 695324 w 695334"/>
                <a:gd name="connsiteY2" fmla="*/ 1238250 h 2652713"/>
                <a:gd name="connsiteX3" fmla="*/ 190499 w 695334"/>
                <a:gd name="connsiteY3" fmla="*/ 1757363 h 2652713"/>
                <a:gd name="connsiteX4" fmla="*/ 0 w 695334"/>
                <a:gd name="connsiteY4" fmla="*/ 2652713 h 2652713"/>
                <a:gd name="connsiteX0" fmla="*/ 42862 w 666759"/>
                <a:gd name="connsiteY0" fmla="*/ 0 h 2733676"/>
                <a:gd name="connsiteX1" fmla="*/ 147637 w 666759"/>
                <a:gd name="connsiteY1" fmla="*/ 700088 h 2733676"/>
                <a:gd name="connsiteX2" fmla="*/ 666749 w 666759"/>
                <a:gd name="connsiteY2" fmla="*/ 1238250 h 2733676"/>
                <a:gd name="connsiteX3" fmla="*/ 161924 w 666759"/>
                <a:gd name="connsiteY3" fmla="*/ 1757363 h 2733676"/>
                <a:gd name="connsiteX4" fmla="*/ 0 w 666759"/>
                <a:gd name="connsiteY4" fmla="*/ 2733676 h 2733676"/>
                <a:gd name="connsiteX0" fmla="*/ 66675 w 690572"/>
                <a:gd name="connsiteY0" fmla="*/ 0 h 2733676"/>
                <a:gd name="connsiteX1" fmla="*/ 171450 w 690572"/>
                <a:gd name="connsiteY1" fmla="*/ 700088 h 2733676"/>
                <a:gd name="connsiteX2" fmla="*/ 690562 w 690572"/>
                <a:gd name="connsiteY2" fmla="*/ 1238250 h 2733676"/>
                <a:gd name="connsiteX3" fmla="*/ 185737 w 690572"/>
                <a:gd name="connsiteY3" fmla="*/ 1757363 h 2733676"/>
                <a:gd name="connsiteX4" fmla="*/ 0 w 690572"/>
                <a:gd name="connsiteY4" fmla="*/ 2733676 h 2733676"/>
                <a:gd name="connsiteX0" fmla="*/ 68479 w 692376"/>
                <a:gd name="connsiteY0" fmla="*/ 0 h 2733676"/>
                <a:gd name="connsiteX1" fmla="*/ 173254 w 692376"/>
                <a:gd name="connsiteY1" fmla="*/ 700088 h 2733676"/>
                <a:gd name="connsiteX2" fmla="*/ 692366 w 692376"/>
                <a:gd name="connsiteY2" fmla="*/ 1238250 h 2733676"/>
                <a:gd name="connsiteX3" fmla="*/ 187541 w 692376"/>
                <a:gd name="connsiteY3" fmla="*/ 1757363 h 2733676"/>
                <a:gd name="connsiteX4" fmla="*/ 1804 w 692376"/>
                <a:gd name="connsiteY4" fmla="*/ 2733676 h 2733676"/>
                <a:gd name="connsiteX0" fmla="*/ 66682 w 690579"/>
                <a:gd name="connsiteY0" fmla="*/ 0 h 2733676"/>
                <a:gd name="connsiteX1" fmla="*/ 171457 w 690579"/>
                <a:gd name="connsiteY1" fmla="*/ 700088 h 2733676"/>
                <a:gd name="connsiteX2" fmla="*/ 690569 w 690579"/>
                <a:gd name="connsiteY2" fmla="*/ 1238250 h 2733676"/>
                <a:gd name="connsiteX3" fmla="*/ 185744 w 690579"/>
                <a:gd name="connsiteY3" fmla="*/ 1757363 h 2733676"/>
                <a:gd name="connsiteX4" fmla="*/ 7 w 690579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705357 h 2733676"/>
                <a:gd name="connsiteX4" fmla="*/ 8 w 690572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705357 h 2733676"/>
                <a:gd name="connsiteX4" fmla="*/ 8 w 690571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649017 h 2733676"/>
                <a:gd name="connsiteX4" fmla="*/ 8 w 690571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649017 h 2733676"/>
                <a:gd name="connsiteX4" fmla="*/ 8 w 690572"/>
                <a:gd name="connsiteY4" fmla="*/ 2733676 h 2733676"/>
                <a:gd name="connsiteX0" fmla="*/ 66682 w 690587"/>
                <a:gd name="connsiteY0" fmla="*/ 0 h 2733676"/>
                <a:gd name="connsiteX1" fmla="*/ 171457 w 690587"/>
                <a:gd name="connsiteY1" fmla="*/ 700088 h 2733676"/>
                <a:gd name="connsiteX2" fmla="*/ 690569 w 690587"/>
                <a:gd name="connsiteY2" fmla="*/ 1238250 h 2733676"/>
                <a:gd name="connsiteX3" fmla="*/ 185744 w 690587"/>
                <a:gd name="connsiteY3" fmla="*/ 1610012 h 2733676"/>
                <a:gd name="connsiteX4" fmla="*/ 7 w 690587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4 w 690590"/>
                <a:gd name="connsiteY3" fmla="*/ 1610012 h 2733676"/>
                <a:gd name="connsiteX4" fmla="*/ 7 w 690590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3 w 690590"/>
                <a:gd name="connsiteY3" fmla="*/ 1597010 h 2733676"/>
                <a:gd name="connsiteX4" fmla="*/ 7 w 690590"/>
                <a:gd name="connsiteY4" fmla="*/ 2733676 h 2733676"/>
                <a:gd name="connsiteX0" fmla="*/ 82367 w 706275"/>
                <a:gd name="connsiteY0" fmla="*/ 0 h 2733676"/>
                <a:gd name="connsiteX1" fmla="*/ 187142 w 706275"/>
                <a:gd name="connsiteY1" fmla="*/ 700088 h 2733676"/>
                <a:gd name="connsiteX2" fmla="*/ 706254 w 706275"/>
                <a:gd name="connsiteY2" fmla="*/ 1238250 h 2733676"/>
                <a:gd name="connsiteX3" fmla="*/ 201428 w 706275"/>
                <a:gd name="connsiteY3" fmla="*/ 1597010 h 2733676"/>
                <a:gd name="connsiteX4" fmla="*/ 15692 w 706275"/>
                <a:gd name="connsiteY4" fmla="*/ 2733676 h 2733676"/>
                <a:gd name="connsiteX0" fmla="*/ 69448 w 693356"/>
                <a:gd name="connsiteY0" fmla="*/ 0 h 2733676"/>
                <a:gd name="connsiteX1" fmla="*/ 174223 w 693356"/>
                <a:gd name="connsiteY1" fmla="*/ 700088 h 2733676"/>
                <a:gd name="connsiteX2" fmla="*/ 693335 w 693356"/>
                <a:gd name="connsiteY2" fmla="*/ 1238250 h 2733676"/>
                <a:gd name="connsiteX3" fmla="*/ 188509 w 693356"/>
                <a:gd name="connsiteY3" fmla="*/ 1597010 h 2733676"/>
                <a:gd name="connsiteX4" fmla="*/ 2773 w 693356"/>
                <a:gd name="connsiteY4" fmla="*/ 2733676 h 2733676"/>
                <a:gd name="connsiteX0" fmla="*/ 67415 w 691323"/>
                <a:gd name="connsiteY0" fmla="*/ 0 h 2733676"/>
                <a:gd name="connsiteX1" fmla="*/ 172190 w 691323"/>
                <a:gd name="connsiteY1" fmla="*/ 700088 h 2733676"/>
                <a:gd name="connsiteX2" fmla="*/ 691302 w 691323"/>
                <a:gd name="connsiteY2" fmla="*/ 1238250 h 2733676"/>
                <a:gd name="connsiteX3" fmla="*/ 186476 w 691323"/>
                <a:gd name="connsiteY3" fmla="*/ 1597010 h 2733676"/>
                <a:gd name="connsiteX4" fmla="*/ 740 w 691323"/>
                <a:gd name="connsiteY4" fmla="*/ 2733676 h 2733676"/>
                <a:gd name="connsiteX0" fmla="*/ 82369 w 706277"/>
                <a:gd name="connsiteY0" fmla="*/ 0 h 2733676"/>
                <a:gd name="connsiteX1" fmla="*/ 187144 w 706277"/>
                <a:gd name="connsiteY1" fmla="*/ 700088 h 2733676"/>
                <a:gd name="connsiteX2" fmla="*/ 706256 w 706277"/>
                <a:gd name="connsiteY2" fmla="*/ 1238250 h 2733676"/>
                <a:gd name="connsiteX3" fmla="*/ 201430 w 706277"/>
                <a:gd name="connsiteY3" fmla="*/ 1597010 h 2733676"/>
                <a:gd name="connsiteX4" fmla="*/ 15694 w 706277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88343 h 2733676"/>
                <a:gd name="connsiteX4" fmla="*/ 18502 w 709085"/>
                <a:gd name="connsiteY4" fmla="*/ 2733676 h 2733676"/>
                <a:gd name="connsiteX0" fmla="*/ 118722 w 742630"/>
                <a:gd name="connsiteY0" fmla="*/ 0 h 2733676"/>
                <a:gd name="connsiteX1" fmla="*/ 223497 w 742630"/>
                <a:gd name="connsiteY1" fmla="*/ 700088 h 2733676"/>
                <a:gd name="connsiteX2" fmla="*/ 742609 w 742630"/>
                <a:gd name="connsiteY2" fmla="*/ 1238250 h 2733676"/>
                <a:gd name="connsiteX3" fmla="*/ 237783 w 742630"/>
                <a:gd name="connsiteY3" fmla="*/ 1588343 h 2733676"/>
                <a:gd name="connsiteX4" fmla="*/ 4855 w 742630"/>
                <a:gd name="connsiteY4" fmla="*/ 2733676 h 2733676"/>
                <a:gd name="connsiteX0" fmla="*/ 113868 w 737776"/>
                <a:gd name="connsiteY0" fmla="*/ 0 h 2733676"/>
                <a:gd name="connsiteX1" fmla="*/ 218643 w 737776"/>
                <a:gd name="connsiteY1" fmla="*/ 700088 h 2733676"/>
                <a:gd name="connsiteX2" fmla="*/ 737755 w 737776"/>
                <a:gd name="connsiteY2" fmla="*/ 1238250 h 2733676"/>
                <a:gd name="connsiteX3" fmla="*/ 232929 w 737776"/>
                <a:gd name="connsiteY3" fmla="*/ 1588343 h 2733676"/>
                <a:gd name="connsiteX4" fmla="*/ 1 w 737776"/>
                <a:gd name="connsiteY4" fmla="*/ 2733676 h 273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776" h="2733676">
                  <a:moveTo>
                    <a:pt x="113868" y="0"/>
                  </a:moveTo>
                  <a:cubicBezTo>
                    <a:pt x="114265" y="246856"/>
                    <a:pt x="114662" y="493713"/>
                    <a:pt x="218643" y="700088"/>
                  </a:cubicBezTo>
                  <a:cubicBezTo>
                    <a:pt x="322624" y="906463"/>
                    <a:pt x="735374" y="1090208"/>
                    <a:pt x="737755" y="1238250"/>
                  </a:cubicBezTo>
                  <a:cubicBezTo>
                    <a:pt x="740136" y="1386292"/>
                    <a:pt x="541551" y="1478107"/>
                    <a:pt x="232929" y="1588343"/>
                  </a:cubicBezTo>
                  <a:cubicBezTo>
                    <a:pt x="-56818" y="1650908"/>
                    <a:pt x="36962" y="2351882"/>
                    <a:pt x="1" y="2733676"/>
                  </a:cubicBezTo>
                </a:path>
              </a:pathLst>
            </a:custGeom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EA4A9163-535D-5A0D-4F71-62F7BD315D04}"/>
                </a:ext>
              </a:extLst>
            </p:cNvPr>
            <p:cNvSpPr/>
            <p:nvPr/>
          </p:nvSpPr>
          <p:spPr>
            <a:xfrm>
              <a:off x="4273221" y="1193800"/>
              <a:ext cx="100092" cy="4005381"/>
            </a:xfrm>
            <a:custGeom>
              <a:avLst/>
              <a:gdLst>
                <a:gd name="connsiteX0" fmla="*/ 128674 w 752571"/>
                <a:gd name="connsiteY0" fmla="*/ 0 h 2510782"/>
                <a:gd name="connsiteX1" fmla="*/ 233449 w 752571"/>
                <a:gd name="connsiteY1" fmla="*/ 700088 h 2510782"/>
                <a:gd name="connsiteX2" fmla="*/ 752561 w 752571"/>
                <a:gd name="connsiteY2" fmla="*/ 1238250 h 2510782"/>
                <a:gd name="connsiteX3" fmla="*/ 247736 w 752571"/>
                <a:gd name="connsiteY3" fmla="*/ 1757363 h 2510782"/>
                <a:gd name="connsiteX4" fmla="*/ 33424 w 752571"/>
                <a:gd name="connsiteY4" fmla="*/ 2471738 h 2510782"/>
                <a:gd name="connsiteX0" fmla="*/ 107624 w 731521"/>
                <a:gd name="connsiteY0" fmla="*/ 0 h 2685134"/>
                <a:gd name="connsiteX1" fmla="*/ 212399 w 731521"/>
                <a:gd name="connsiteY1" fmla="*/ 700088 h 2685134"/>
                <a:gd name="connsiteX2" fmla="*/ 731511 w 731521"/>
                <a:gd name="connsiteY2" fmla="*/ 1238250 h 2685134"/>
                <a:gd name="connsiteX3" fmla="*/ 226686 w 731521"/>
                <a:gd name="connsiteY3" fmla="*/ 1757363 h 2685134"/>
                <a:gd name="connsiteX4" fmla="*/ 36187 w 731521"/>
                <a:gd name="connsiteY4" fmla="*/ 2652713 h 2685134"/>
                <a:gd name="connsiteX0" fmla="*/ 71437 w 695334"/>
                <a:gd name="connsiteY0" fmla="*/ 0 h 2652713"/>
                <a:gd name="connsiteX1" fmla="*/ 176212 w 695334"/>
                <a:gd name="connsiteY1" fmla="*/ 700088 h 2652713"/>
                <a:gd name="connsiteX2" fmla="*/ 695324 w 695334"/>
                <a:gd name="connsiteY2" fmla="*/ 1238250 h 2652713"/>
                <a:gd name="connsiteX3" fmla="*/ 190499 w 695334"/>
                <a:gd name="connsiteY3" fmla="*/ 1757363 h 2652713"/>
                <a:gd name="connsiteX4" fmla="*/ 0 w 695334"/>
                <a:gd name="connsiteY4" fmla="*/ 2652713 h 2652713"/>
                <a:gd name="connsiteX0" fmla="*/ 42862 w 666759"/>
                <a:gd name="connsiteY0" fmla="*/ 0 h 2733676"/>
                <a:gd name="connsiteX1" fmla="*/ 147637 w 666759"/>
                <a:gd name="connsiteY1" fmla="*/ 700088 h 2733676"/>
                <a:gd name="connsiteX2" fmla="*/ 666749 w 666759"/>
                <a:gd name="connsiteY2" fmla="*/ 1238250 h 2733676"/>
                <a:gd name="connsiteX3" fmla="*/ 161924 w 666759"/>
                <a:gd name="connsiteY3" fmla="*/ 1757363 h 2733676"/>
                <a:gd name="connsiteX4" fmla="*/ 0 w 666759"/>
                <a:gd name="connsiteY4" fmla="*/ 2733676 h 2733676"/>
                <a:gd name="connsiteX0" fmla="*/ 66675 w 690572"/>
                <a:gd name="connsiteY0" fmla="*/ 0 h 2733676"/>
                <a:gd name="connsiteX1" fmla="*/ 171450 w 690572"/>
                <a:gd name="connsiteY1" fmla="*/ 700088 h 2733676"/>
                <a:gd name="connsiteX2" fmla="*/ 690562 w 690572"/>
                <a:gd name="connsiteY2" fmla="*/ 1238250 h 2733676"/>
                <a:gd name="connsiteX3" fmla="*/ 185737 w 690572"/>
                <a:gd name="connsiteY3" fmla="*/ 1757363 h 2733676"/>
                <a:gd name="connsiteX4" fmla="*/ 0 w 690572"/>
                <a:gd name="connsiteY4" fmla="*/ 2733676 h 2733676"/>
                <a:gd name="connsiteX0" fmla="*/ 68479 w 692376"/>
                <a:gd name="connsiteY0" fmla="*/ 0 h 2733676"/>
                <a:gd name="connsiteX1" fmla="*/ 173254 w 692376"/>
                <a:gd name="connsiteY1" fmla="*/ 700088 h 2733676"/>
                <a:gd name="connsiteX2" fmla="*/ 692366 w 692376"/>
                <a:gd name="connsiteY2" fmla="*/ 1238250 h 2733676"/>
                <a:gd name="connsiteX3" fmla="*/ 187541 w 692376"/>
                <a:gd name="connsiteY3" fmla="*/ 1757363 h 2733676"/>
                <a:gd name="connsiteX4" fmla="*/ 1804 w 692376"/>
                <a:gd name="connsiteY4" fmla="*/ 2733676 h 2733676"/>
                <a:gd name="connsiteX0" fmla="*/ 66682 w 690579"/>
                <a:gd name="connsiteY0" fmla="*/ 0 h 2733676"/>
                <a:gd name="connsiteX1" fmla="*/ 171457 w 690579"/>
                <a:gd name="connsiteY1" fmla="*/ 700088 h 2733676"/>
                <a:gd name="connsiteX2" fmla="*/ 690569 w 690579"/>
                <a:gd name="connsiteY2" fmla="*/ 1238250 h 2733676"/>
                <a:gd name="connsiteX3" fmla="*/ 185744 w 690579"/>
                <a:gd name="connsiteY3" fmla="*/ 1757363 h 2733676"/>
                <a:gd name="connsiteX4" fmla="*/ 7 w 690579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705357 h 2733676"/>
                <a:gd name="connsiteX4" fmla="*/ 8 w 690572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705357 h 2733676"/>
                <a:gd name="connsiteX4" fmla="*/ 8 w 690571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649017 h 2733676"/>
                <a:gd name="connsiteX4" fmla="*/ 8 w 690571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649017 h 2733676"/>
                <a:gd name="connsiteX4" fmla="*/ 8 w 690572"/>
                <a:gd name="connsiteY4" fmla="*/ 2733676 h 2733676"/>
                <a:gd name="connsiteX0" fmla="*/ 66682 w 690587"/>
                <a:gd name="connsiteY0" fmla="*/ 0 h 2733676"/>
                <a:gd name="connsiteX1" fmla="*/ 171457 w 690587"/>
                <a:gd name="connsiteY1" fmla="*/ 700088 h 2733676"/>
                <a:gd name="connsiteX2" fmla="*/ 690569 w 690587"/>
                <a:gd name="connsiteY2" fmla="*/ 1238250 h 2733676"/>
                <a:gd name="connsiteX3" fmla="*/ 185744 w 690587"/>
                <a:gd name="connsiteY3" fmla="*/ 1610012 h 2733676"/>
                <a:gd name="connsiteX4" fmla="*/ 7 w 690587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4 w 690590"/>
                <a:gd name="connsiteY3" fmla="*/ 1610012 h 2733676"/>
                <a:gd name="connsiteX4" fmla="*/ 7 w 690590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3 w 690590"/>
                <a:gd name="connsiteY3" fmla="*/ 1597010 h 2733676"/>
                <a:gd name="connsiteX4" fmla="*/ 7 w 690590"/>
                <a:gd name="connsiteY4" fmla="*/ 2733676 h 2733676"/>
                <a:gd name="connsiteX0" fmla="*/ 82367 w 706275"/>
                <a:gd name="connsiteY0" fmla="*/ 0 h 2733676"/>
                <a:gd name="connsiteX1" fmla="*/ 187142 w 706275"/>
                <a:gd name="connsiteY1" fmla="*/ 700088 h 2733676"/>
                <a:gd name="connsiteX2" fmla="*/ 706254 w 706275"/>
                <a:gd name="connsiteY2" fmla="*/ 1238250 h 2733676"/>
                <a:gd name="connsiteX3" fmla="*/ 201428 w 706275"/>
                <a:gd name="connsiteY3" fmla="*/ 1597010 h 2733676"/>
                <a:gd name="connsiteX4" fmla="*/ 15692 w 706275"/>
                <a:gd name="connsiteY4" fmla="*/ 2733676 h 2733676"/>
                <a:gd name="connsiteX0" fmla="*/ 69448 w 693356"/>
                <a:gd name="connsiteY0" fmla="*/ 0 h 2733676"/>
                <a:gd name="connsiteX1" fmla="*/ 174223 w 693356"/>
                <a:gd name="connsiteY1" fmla="*/ 700088 h 2733676"/>
                <a:gd name="connsiteX2" fmla="*/ 693335 w 693356"/>
                <a:gd name="connsiteY2" fmla="*/ 1238250 h 2733676"/>
                <a:gd name="connsiteX3" fmla="*/ 188509 w 693356"/>
                <a:gd name="connsiteY3" fmla="*/ 1597010 h 2733676"/>
                <a:gd name="connsiteX4" fmla="*/ 2773 w 693356"/>
                <a:gd name="connsiteY4" fmla="*/ 2733676 h 2733676"/>
                <a:gd name="connsiteX0" fmla="*/ 67415 w 691323"/>
                <a:gd name="connsiteY0" fmla="*/ 0 h 2733676"/>
                <a:gd name="connsiteX1" fmla="*/ 172190 w 691323"/>
                <a:gd name="connsiteY1" fmla="*/ 700088 h 2733676"/>
                <a:gd name="connsiteX2" fmla="*/ 691302 w 691323"/>
                <a:gd name="connsiteY2" fmla="*/ 1238250 h 2733676"/>
                <a:gd name="connsiteX3" fmla="*/ 186476 w 691323"/>
                <a:gd name="connsiteY3" fmla="*/ 1597010 h 2733676"/>
                <a:gd name="connsiteX4" fmla="*/ 740 w 691323"/>
                <a:gd name="connsiteY4" fmla="*/ 2733676 h 2733676"/>
                <a:gd name="connsiteX0" fmla="*/ 82369 w 706277"/>
                <a:gd name="connsiteY0" fmla="*/ 0 h 2733676"/>
                <a:gd name="connsiteX1" fmla="*/ 187144 w 706277"/>
                <a:gd name="connsiteY1" fmla="*/ 700088 h 2733676"/>
                <a:gd name="connsiteX2" fmla="*/ 706256 w 706277"/>
                <a:gd name="connsiteY2" fmla="*/ 1238250 h 2733676"/>
                <a:gd name="connsiteX3" fmla="*/ 201430 w 706277"/>
                <a:gd name="connsiteY3" fmla="*/ 1597010 h 2733676"/>
                <a:gd name="connsiteX4" fmla="*/ 15694 w 706277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88343 h 2733676"/>
                <a:gd name="connsiteX4" fmla="*/ 18502 w 709085"/>
                <a:gd name="connsiteY4" fmla="*/ 2733676 h 2733676"/>
                <a:gd name="connsiteX0" fmla="*/ 118722 w 742630"/>
                <a:gd name="connsiteY0" fmla="*/ 0 h 2733676"/>
                <a:gd name="connsiteX1" fmla="*/ 223497 w 742630"/>
                <a:gd name="connsiteY1" fmla="*/ 700088 h 2733676"/>
                <a:gd name="connsiteX2" fmla="*/ 742609 w 742630"/>
                <a:gd name="connsiteY2" fmla="*/ 1238250 h 2733676"/>
                <a:gd name="connsiteX3" fmla="*/ 237783 w 742630"/>
                <a:gd name="connsiteY3" fmla="*/ 1588343 h 2733676"/>
                <a:gd name="connsiteX4" fmla="*/ 4855 w 742630"/>
                <a:gd name="connsiteY4" fmla="*/ 2733676 h 2733676"/>
                <a:gd name="connsiteX0" fmla="*/ 113868 w 737776"/>
                <a:gd name="connsiteY0" fmla="*/ 0 h 2733676"/>
                <a:gd name="connsiteX1" fmla="*/ 218643 w 737776"/>
                <a:gd name="connsiteY1" fmla="*/ 700088 h 2733676"/>
                <a:gd name="connsiteX2" fmla="*/ 737755 w 737776"/>
                <a:gd name="connsiteY2" fmla="*/ 1238250 h 2733676"/>
                <a:gd name="connsiteX3" fmla="*/ 232929 w 737776"/>
                <a:gd name="connsiteY3" fmla="*/ 1588343 h 2733676"/>
                <a:gd name="connsiteX4" fmla="*/ 1 w 737776"/>
                <a:gd name="connsiteY4" fmla="*/ 2733676 h 273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776" h="2733676">
                  <a:moveTo>
                    <a:pt x="113868" y="0"/>
                  </a:moveTo>
                  <a:cubicBezTo>
                    <a:pt x="114265" y="246856"/>
                    <a:pt x="114662" y="493713"/>
                    <a:pt x="218643" y="700088"/>
                  </a:cubicBezTo>
                  <a:cubicBezTo>
                    <a:pt x="322624" y="906463"/>
                    <a:pt x="735374" y="1090208"/>
                    <a:pt x="737755" y="1238250"/>
                  </a:cubicBezTo>
                  <a:cubicBezTo>
                    <a:pt x="740136" y="1386292"/>
                    <a:pt x="541551" y="1478107"/>
                    <a:pt x="232929" y="1588343"/>
                  </a:cubicBezTo>
                  <a:cubicBezTo>
                    <a:pt x="-56818" y="1650908"/>
                    <a:pt x="36962" y="2351882"/>
                    <a:pt x="1" y="2733676"/>
                  </a:cubicBezTo>
                </a:path>
              </a:pathLst>
            </a:custGeom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100" name="Freihandform: Form 99">
              <a:extLst>
                <a:ext uri="{FF2B5EF4-FFF2-40B4-BE49-F238E27FC236}">
                  <a16:creationId xmlns:a16="http://schemas.microsoft.com/office/drawing/2014/main" id="{723429A1-1344-B79E-CA5A-0CF72EBCA759}"/>
                </a:ext>
              </a:extLst>
            </p:cNvPr>
            <p:cNvSpPr/>
            <p:nvPr/>
          </p:nvSpPr>
          <p:spPr>
            <a:xfrm>
              <a:off x="4330343" y="1193800"/>
              <a:ext cx="45719" cy="4005381"/>
            </a:xfrm>
            <a:custGeom>
              <a:avLst/>
              <a:gdLst>
                <a:gd name="connsiteX0" fmla="*/ 128674 w 752571"/>
                <a:gd name="connsiteY0" fmla="*/ 0 h 2510782"/>
                <a:gd name="connsiteX1" fmla="*/ 233449 w 752571"/>
                <a:gd name="connsiteY1" fmla="*/ 700088 h 2510782"/>
                <a:gd name="connsiteX2" fmla="*/ 752561 w 752571"/>
                <a:gd name="connsiteY2" fmla="*/ 1238250 h 2510782"/>
                <a:gd name="connsiteX3" fmla="*/ 247736 w 752571"/>
                <a:gd name="connsiteY3" fmla="*/ 1757363 h 2510782"/>
                <a:gd name="connsiteX4" fmla="*/ 33424 w 752571"/>
                <a:gd name="connsiteY4" fmla="*/ 2471738 h 2510782"/>
                <a:gd name="connsiteX0" fmla="*/ 107624 w 731521"/>
                <a:gd name="connsiteY0" fmla="*/ 0 h 2685134"/>
                <a:gd name="connsiteX1" fmla="*/ 212399 w 731521"/>
                <a:gd name="connsiteY1" fmla="*/ 700088 h 2685134"/>
                <a:gd name="connsiteX2" fmla="*/ 731511 w 731521"/>
                <a:gd name="connsiteY2" fmla="*/ 1238250 h 2685134"/>
                <a:gd name="connsiteX3" fmla="*/ 226686 w 731521"/>
                <a:gd name="connsiteY3" fmla="*/ 1757363 h 2685134"/>
                <a:gd name="connsiteX4" fmla="*/ 36187 w 731521"/>
                <a:gd name="connsiteY4" fmla="*/ 2652713 h 2685134"/>
                <a:gd name="connsiteX0" fmla="*/ 71437 w 695334"/>
                <a:gd name="connsiteY0" fmla="*/ 0 h 2652713"/>
                <a:gd name="connsiteX1" fmla="*/ 176212 w 695334"/>
                <a:gd name="connsiteY1" fmla="*/ 700088 h 2652713"/>
                <a:gd name="connsiteX2" fmla="*/ 695324 w 695334"/>
                <a:gd name="connsiteY2" fmla="*/ 1238250 h 2652713"/>
                <a:gd name="connsiteX3" fmla="*/ 190499 w 695334"/>
                <a:gd name="connsiteY3" fmla="*/ 1757363 h 2652713"/>
                <a:gd name="connsiteX4" fmla="*/ 0 w 695334"/>
                <a:gd name="connsiteY4" fmla="*/ 2652713 h 2652713"/>
                <a:gd name="connsiteX0" fmla="*/ 42862 w 666759"/>
                <a:gd name="connsiteY0" fmla="*/ 0 h 2733676"/>
                <a:gd name="connsiteX1" fmla="*/ 147637 w 666759"/>
                <a:gd name="connsiteY1" fmla="*/ 700088 h 2733676"/>
                <a:gd name="connsiteX2" fmla="*/ 666749 w 666759"/>
                <a:gd name="connsiteY2" fmla="*/ 1238250 h 2733676"/>
                <a:gd name="connsiteX3" fmla="*/ 161924 w 666759"/>
                <a:gd name="connsiteY3" fmla="*/ 1757363 h 2733676"/>
                <a:gd name="connsiteX4" fmla="*/ 0 w 666759"/>
                <a:gd name="connsiteY4" fmla="*/ 2733676 h 2733676"/>
                <a:gd name="connsiteX0" fmla="*/ 66675 w 690572"/>
                <a:gd name="connsiteY0" fmla="*/ 0 h 2733676"/>
                <a:gd name="connsiteX1" fmla="*/ 171450 w 690572"/>
                <a:gd name="connsiteY1" fmla="*/ 700088 h 2733676"/>
                <a:gd name="connsiteX2" fmla="*/ 690562 w 690572"/>
                <a:gd name="connsiteY2" fmla="*/ 1238250 h 2733676"/>
                <a:gd name="connsiteX3" fmla="*/ 185737 w 690572"/>
                <a:gd name="connsiteY3" fmla="*/ 1757363 h 2733676"/>
                <a:gd name="connsiteX4" fmla="*/ 0 w 690572"/>
                <a:gd name="connsiteY4" fmla="*/ 2733676 h 2733676"/>
                <a:gd name="connsiteX0" fmla="*/ 68479 w 692376"/>
                <a:gd name="connsiteY0" fmla="*/ 0 h 2733676"/>
                <a:gd name="connsiteX1" fmla="*/ 173254 w 692376"/>
                <a:gd name="connsiteY1" fmla="*/ 700088 h 2733676"/>
                <a:gd name="connsiteX2" fmla="*/ 692366 w 692376"/>
                <a:gd name="connsiteY2" fmla="*/ 1238250 h 2733676"/>
                <a:gd name="connsiteX3" fmla="*/ 187541 w 692376"/>
                <a:gd name="connsiteY3" fmla="*/ 1757363 h 2733676"/>
                <a:gd name="connsiteX4" fmla="*/ 1804 w 692376"/>
                <a:gd name="connsiteY4" fmla="*/ 2733676 h 2733676"/>
                <a:gd name="connsiteX0" fmla="*/ 66682 w 690579"/>
                <a:gd name="connsiteY0" fmla="*/ 0 h 2733676"/>
                <a:gd name="connsiteX1" fmla="*/ 171457 w 690579"/>
                <a:gd name="connsiteY1" fmla="*/ 700088 h 2733676"/>
                <a:gd name="connsiteX2" fmla="*/ 690569 w 690579"/>
                <a:gd name="connsiteY2" fmla="*/ 1238250 h 2733676"/>
                <a:gd name="connsiteX3" fmla="*/ 185744 w 690579"/>
                <a:gd name="connsiteY3" fmla="*/ 1757363 h 2733676"/>
                <a:gd name="connsiteX4" fmla="*/ 7 w 690579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705357 h 2733676"/>
                <a:gd name="connsiteX4" fmla="*/ 8 w 690572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705357 h 2733676"/>
                <a:gd name="connsiteX4" fmla="*/ 8 w 690571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649017 h 2733676"/>
                <a:gd name="connsiteX4" fmla="*/ 8 w 690571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649017 h 2733676"/>
                <a:gd name="connsiteX4" fmla="*/ 8 w 690572"/>
                <a:gd name="connsiteY4" fmla="*/ 2733676 h 2733676"/>
                <a:gd name="connsiteX0" fmla="*/ 66682 w 690587"/>
                <a:gd name="connsiteY0" fmla="*/ 0 h 2733676"/>
                <a:gd name="connsiteX1" fmla="*/ 171457 w 690587"/>
                <a:gd name="connsiteY1" fmla="*/ 700088 h 2733676"/>
                <a:gd name="connsiteX2" fmla="*/ 690569 w 690587"/>
                <a:gd name="connsiteY2" fmla="*/ 1238250 h 2733676"/>
                <a:gd name="connsiteX3" fmla="*/ 185744 w 690587"/>
                <a:gd name="connsiteY3" fmla="*/ 1610012 h 2733676"/>
                <a:gd name="connsiteX4" fmla="*/ 7 w 690587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4 w 690590"/>
                <a:gd name="connsiteY3" fmla="*/ 1610012 h 2733676"/>
                <a:gd name="connsiteX4" fmla="*/ 7 w 690590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3 w 690590"/>
                <a:gd name="connsiteY3" fmla="*/ 1597010 h 2733676"/>
                <a:gd name="connsiteX4" fmla="*/ 7 w 690590"/>
                <a:gd name="connsiteY4" fmla="*/ 2733676 h 2733676"/>
                <a:gd name="connsiteX0" fmla="*/ 82367 w 706275"/>
                <a:gd name="connsiteY0" fmla="*/ 0 h 2733676"/>
                <a:gd name="connsiteX1" fmla="*/ 187142 w 706275"/>
                <a:gd name="connsiteY1" fmla="*/ 700088 h 2733676"/>
                <a:gd name="connsiteX2" fmla="*/ 706254 w 706275"/>
                <a:gd name="connsiteY2" fmla="*/ 1238250 h 2733676"/>
                <a:gd name="connsiteX3" fmla="*/ 201428 w 706275"/>
                <a:gd name="connsiteY3" fmla="*/ 1597010 h 2733676"/>
                <a:gd name="connsiteX4" fmla="*/ 15692 w 706275"/>
                <a:gd name="connsiteY4" fmla="*/ 2733676 h 2733676"/>
                <a:gd name="connsiteX0" fmla="*/ 69448 w 693356"/>
                <a:gd name="connsiteY0" fmla="*/ 0 h 2733676"/>
                <a:gd name="connsiteX1" fmla="*/ 174223 w 693356"/>
                <a:gd name="connsiteY1" fmla="*/ 700088 h 2733676"/>
                <a:gd name="connsiteX2" fmla="*/ 693335 w 693356"/>
                <a:gd name="connsiteY2" fmla="*/ 1238250 h 2733676"/>
                <a:gd name="connsiteX3" fmla="*/ 188509 w 693356"/>
                <a:gd name="connsiteY3" fmla="*/ 1597010 h 2733676"/>
                <a:gd name="connsiteX4" fmla="*/ 2773 w 693356"/>
                <a:gd name="connsiteY4" fmla="*/ 2733676 h 2733676"/>
                <a:gd name="connsiteX0" fmla="*/ 67415 w 691323"/>
                <a:gd name="connsiteY0" fmla="*/ 0 h 2733676"/>
                <a:gd name="connsiteX1" fmla="*/ 172190 w 691323"/>
                <a:gd name="connsiteY1" fmla="*/ 700088 h 2733676"/>
                <a:gd name="connsiteX2" fmla="*/ 691302 w 691323"/>
                <a:gd name="connsiteY2" fmla="*/ 1238250 h 2733676"/>
                <a:gd name="connsiteX3" fmla="*/ 186476 w 691323"/>
                <a:gd name="connsiteY3" fmla="*/ 1597010 h 2733676"/>
                <a:gd name="connsiteX4" fmla="*/ 740 w 691323"/>
                <a:gd name="connsiteY4" fmla="*/ 2733676 h 2733676"/>
                <a:gd name="connsiteX0" fmla="*/ 82369 w 706277"/>
                <a:gd name="connsiteY0" fmla="*/ 0 h 2733676"/>
                <a:gd name="connsiteX1" fmla="*/ 187144 w 706277"/>
                <a:gd name="connsiteY1" fmla="*/ 700088 h 2733676"/>
                <a:gd name="connsiteX2" fmla="*/ 706256 w 706277"/>
                <a:gd name="connsiteY2" fmla="*/ 1238250 h 2733676"/>
                <a:gd name="connsiteX3" fmla="*/ 201430 w 706277"/>
                <a:gd name="connsiteY3" fmla="*/ 1597010 h 2733676"/>
                <a:gd name="connsiteX4" fmla="*/ 15694 w 706277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88343 h 2733676"/>
                <a:gd name="connsiteX4" fmla="*/ 18502 w 709085"/>
                <a:gd name="connsiteY4" fmla="*/ 2733676 h 2733676"/>
                <a:gd name="connsiteX0" fmla="*/ 118722 w 742630"/>
                <a:gd name="connsiteY0" fmla="*/ 0 h 2733676"/>
                <a:gd name="connsiteX1" fmla="*/ 223497 w 742630"/>
                <a:gd name="connsiteY1" fmla="*/ 700088 h 2733676"/>
                <a:gd name="connsiteX2" fmla="*/ 742609 w 742630"/>
                <a:gd name="connsiteY2" fmla="*/ 1238250 h 2733676"/>
                <a:gd name="connsiteX3" fmla="*/ 237783 w 742630"/>
                <a:gd name="connsiteY3" fmla="*/ 1588343 h 2733676"/>
                <a:gd name="connsiteX4" fmla="*/ 4855 w 742630"/>
                <a:gd name="connsiteY4" fmla="*/ 2733676 h 2733676"/>
                <a:gd name="connsiteX0" fmla="*/ 113868 w 737776"/>
                <a:gd name="connsiteY0" fmla="*/ 0 h 2733676"/>
                <a:gd name="connsiteX1" fmla="*/ 218643 w 737776"/>
                <a:gd name="connsiteY1" fmla="*/ 700088 h 2733676"/>
                <a:gd name="connsiteX2" fmla="*/ 737755 w 737776"/>
                <a:gd name="connsiteY2" fmla="*/ 1238250 h 2733676"/>
                <a:gd name="connsiteX3" fmla="*/ 232929 w 737776"/>
                <a:gd name="connsiteY3" fmla="*/ 1588343 h 2733676"/>
                <a:gd name="connsiteX4" fmla="*/ 1 w 737776"/>
                <a:gd name="connsiteY4" fmla="*/ 2733676 h 273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776" h="2733676">
                  <a:moveTo>
                    <a:pt x="113868" y="0"/>
                  </a:moveTo>
                  <a:cubicBezTo>
                    <a:pt x="114265" y="246856"/>
                    <a:pt x="114662" y="493713"/>
                    <a:pt x="218643" y="700088"/>
                  </a:cubicBezTo>
                  <a:cubicBezTo>
                    <a:pt x="322624" y="906463"/>
                    <a:pt x="735374" y="1090208"/>
                    <a:pt x="737755" y="1238250"/>
                  </a:cubicBezTo>
                  <a:cubicBezTo>
                    <a:pt x="740136" y="1386292"/>
                    <a:pt x="541551" y="1478107"/>
                    <a:pt x="232929" y="1588343"/>
                  </a:cubicBezTo>
                  <a:cubicBezTo>
                    <a:pt x="-56818" y="1650908"/>
                    <a:pt x="36962" y="2351882"/>
                    <a:pt x="1" y="2733676"/>
                  </a:cubicBezTo>
                </a:path>
              </a:pathLst>
            </a:custGeom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cxnSp>
          <p:nvCxnSpPr>
            <p:cNvPr id="101" name="Gerader Verbinder 100">
              <a:extLst>
                <a:ext uri="{FF2B5EF4-FFF2-40B4-BE49-F238E27FC236}">
                  <a16:creationId xmlns:a16="http://schemas.microsoft.com/office/drawing/2014/main" id="{9BFC87C7-2FBD-CD0F-B20D-FE2B6FF1E618}"/>
                </a:ext>
              </a:extLst>
            </p:cNvPr>
            <p:cNvCxnSpPr>
              <a:cxnSpLocks/>
            </p:cNvCxnSpPr>
            <p:nvPr/>
          </p:nvCxnSpPr>
          <p:spPr>
            <a:xfrm>
              <a:off x="4381143" y="1193799"/>
              <a:ext cx="0" cy="4005382"/>
            </a:xfrm>
            <a:prstGeom prst="line">
              <a:avLst/>
            </a:prstGeom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uppieren 101">
            <a:extLst>
              <a:ext uri="{FF2B5EF4-FFF2-40B4-BE49-F238E27FC236}">
                <a16:creationId xmlns:a16="http://schemas.microsoft.com/office/drawing/2014/main" id="{AC3F2FF2-81F0-A7AF-B883-E6E887BE75CE}"/>
              </a:ext>
            </a:extLst>
          </p:cNvPr>
          <p:cNvGrpSpPr/>
          <p:nvPr/>
        </p:nvGrpSpPr>
        <p:grpSpPr>
          <a:xfrm>
            <a:off x="852704" y="969487"/>
            <a:ext cx="530572" cy="3960000"/>
            <a:chOff x="4002971" y="1346199"/>
            <a:chExt cx="530572" cy="4005382"/>
          </a:xfrm>
        </p:grpSpPr>
        <p:sp>
          <p:nvSpPr>
            <p:cNvPr id="103" name="Freihandform: Form 102">
              <a:extLst>
                <a:ext uri="{FF2B5EF4-FFF2-40B4-BE49-F238E27FC236}">
                  <a16:creationId xmlns:a16="http://schemas.microsoft.com/office/drawing/2014/main" id="{176675B0-6529-A99C-AAD9-18CCB329B163}"/>
                </a:ext>
              </a:extLst>
            </p:cNvPr>
            <p:cNvSpPr/>
            <p:nvPr/>
          </p:nvSpPr>
          <p:spPr>
            <a:xfrm>
              <a:off x="4002971" y="1346200"/>
              <a:ext cx="496367" cy="4005381"/>
            </a:xfrm>
            <a:custGeom>
              <a:avLst/>
              <a:gdLst>
                <a:gd name="connsiteX0" fmla="*/ 128674 w 752571"/>
                <a:gd name="connsiteY0" fmla="*/ 0 h 2510782"/>
                <a:gd name="connsiteX1" fmla="*/ 233449 w 752571"/>
                <a:gd name="connsiteY1" fmla="*/ 700088 h 2510782"/>
                <a:gd name="connsiteX2" fmla="*/ 752561 w 752571"/>
                <a:gd name="connsiteY2" fmla="*/ 1238250 h 2510782"/>
                <a:gd name="connsiteX3" fmla="*/ 247736 w 752571"/>
                <a:gd name="connsiteY3" fmla="*/ 1757363 h 2510782"/>
                <a:gd name="connsiteX4" fmla="*/ 33424 w 752571"/>
                <a:gd name="connsiteY4" fmla="*/ 2471738 h 2510782"/>
                <a:gd name="connsiteX0" fmla="*/ 107624 w 731521"/>
                <a:gd name="connsiteY0" fmla="*/ 0 h 2685134"/>
                <a:gd name="connsiteX1" fmla="*/ 212399 w 731521"/>
                <a:gd name="connsiteY1" fmla="*/ 700088 h 2685134"/>
                <a:gd name="connsiteX2" fmla="*/ 731511 w 731521"/>
                <a:gd name="connsiteY2" fmla="*/ 1238250 h 2685134"/>
                <a:gd name="connsiteX3" fmla="*/ 226686 w 731521"/>
                <a:gd name="connsiteY3" fmla="*/ 1757363 h 2685134"/>
                <a:gd name="connsiteX4" fmla="*/ 36187 w 731521"/>
                <a:gd name="connsiteY4" fmla="*/ 2652713 h 2685134"/>
                <a:gd name="connsiteX0" fmla="*/ 71437 w 695334"/>
                <a:gd name="connsiteY0" fmla="*/ 0 h 2652713"/>
                <a:gd name="connsiteX1" fmla="*/ 176212 w 695334"/>
                <a:gd name="connsiteY1" fmla="*/ 700088 h 2652713"/>
                <a:gd name="connsiteX2" fmla="*/ 695324 w 695334"/>
                <a:gd name="connsiteY2" fmla="*/ 1238250 h 2652713"/>
                <a:gd name="connsiteX3" fmla="*/ 190499 w 695334"/>
                <a:gd name="connsiteY3" fmla="*/ 1757363 h 2652713"/>
                <a:gd name="connsiteX4" fmla="*/ 0 w 695334"/>
                <a:gd name="connsiteY4" fmla="*/ 2652713 h 2652713"/>
                <a:gd name="connsiteX0" fmla="*/ 42862 w 666759"/>
                <a:gd name="connsiteY0" fmla="*/ 0 h 2733676"/>
                <a:gd name="connsiteX1" fmla="*/ 147637 w 666759"/>
                <a:gd name="connsiteY1" fmla="*/ 700088 h 2733676"/>
                <a:gd name="connsiteX2" fmla="*/ 666749 w 666759"/>
                <a:gd name="connsiteY2" fmla="*/ 1238250 h 2733676"/>
                <a:gd name="connsiteX3" fmla="*/ 161924 w 666759"/>
                <a:gd name="connsiteY3" fmla="*/ 1757363 h 2733676"/>
                <a:gd name="connsiteX4" fmla="*/ 0 w 666759"/>
                <a:gd name="connsiteY4" fmla="*/ 2733676 h 2733676"/>
                <a:gd name="connsiteX0" fmla="*/ 66675 w 690572"/>
                <a:gd name="connsiteY0" fmla="*/ 0 h 2733676"/>
                <a:gd name="connsiteX1" fmla="*/ 171450 w 690572"/>
                <a:gd name="connsiteY1" fmla="*/ 700088 h 2733676"/>
                <a:gd name="connsiteX2" fmla="*/ 690562 w 690572"/>
                <a:gd name="connsiteY2" fmla="*/ 1238250 h 2733676"/>
                <a:gd name="connsiteX3" fmla="*/ 185737 w 690572"/>
                <a:gd name="connsiteY3" fmla="*/ 1757363 h 2733676"/>
                <a:gd name="connsiteX4" fmla="*/ 0 w 690572"/>
                <a:gd name="connsiteY4" fmla="*/ 2733676 h 2733676"/>
                <a:gd name="connsiteX0" fmla="*/ 68479 w 692376"/>
                <a:gd name="connsiteY0" fmla="*/ 0 h 2733676"/>
                <a:gd name="connsiteX1" fmla="*/ 173254 w 692376"/>
                <a:gd name="connsiteY1" fmla="*/ 700088 h 2733676"/>
                <a:gd name="connsiteX2" fmla="*/ 692366 w 692376"/>
                <a:gd name="connsiteY2" fmla="*/ 1238250 h 2733676"/>
                <a:gd name="connsiteX3" fmla="*/ 187541 w 692376"/>
                <a:gd name="connsiteY3" fmla="*/ 1757363 h 2733676"/>
                <a:gd name="connsiteX4" fmla="*/ 1804 w 692376"/>
                <a:gd name="connsiteY4" fmla="*/ 2733676 h 2733676"/>
                <a:gd name="connsiteX0" fmla="*/ 66682 w 690579"/>
                <a:gd name="connsiteY0" fmla="*/ 0 h 2733676"/>
                <a:gd name="connsiteX1" fmla="*/ 171457 w 690579"/>
                <a:gd name="connsiteY1" fmla="*/ 700088 h 2733676"/>
                <a:gd name="connsiteX2" fmla="*/ 690569 w 690579"/>
                <a:gd name="connsiteY2" fmla="*/ 1238250 h 2733676"/>
                <a:gd name="connsiteX3" fmla="*/ 185744 w 690579"/>
                <a:gd name="connsiteY3" fmla="*/ 1757363 h 2733676"/>
                <a:gd name="connsiteX4" fmla="*/ 7 w 690579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705357 h 2733676"/>
                <a:gd name="connsiteX4" fmla="*/ 8 w 690572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705357 h 2733676"/>
                <a:gd name="connsiteX4" fmla="*/ 8 w 690571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649017 h 2733676"/>
                <a:gd name="connsiteX4" fmla="*/ 8 w 690571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649017 h 2733676"/>
                <a:gd name="connsiteX4" fmla="*/ 8 w 690572"/>
                <a:gd name="connsiteY4" fmla="*/ 2733676 h 2733676"/>
                <a:gd name="connsiteX0" fmla="*/ 66682 w 690587"/>
                <a:gd name="connsiteY0" fmla="*/ 0 h 2733676"/>
                <a:gd name="connsiteX1" fmla="*/ 171457 w 690587"/>
                <a:gd name="connsiteY1" fmla="*/ 700088 h 2733676"/>
                <a:gd name="connsiteX2" fmla="*/ 690569 w 690587"/>
                <a:gd name="connsiteY2" fmla="*/ 1238250 h 2733676"/>
                <a:gd name="connsiteX3" fmla="*/ 185744 w 690587"/>
                <a:gd name="connsiteY3" fmla="*/ 1610012 h 2733676"/>
                <a:gd name="connsiteX4" fmla="*/ 7 w 690587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4 w 690590"/>
                <a:gd name="connsiteY3" fmla="*/ 1610012 h 2733676"/>
                <a:gd name="connsiteX4" fmla="*/ 7 w 690590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3 w 690590"/>
                <a:gd name="connsiteY3" fmla="*/ 1597010 h 2733676"/>
                <a:gd name="connsiteX4" fmla="*/ 7 w 690590"/>
                <a:gd name="connsiteY4" fmla="*/ 2733676 h 2733676"/>
                <a:gd name="connsiteX0" fmla="*/ 82367 w 706275"/>
                <a:gd name="connsiteY0" fmla="*/ 0 h 2733676"/>
                <a:gd name="connsiteX1" fmla="*/ 187142 w 706275"/>
                <a:gd name="connsiteY1" fmla="*/ 700088 h 2733676"/>
                <a:gd name="connsiteX2" fmla="*/ 706254 w 706275"/>
                <a:gd name="connsiteY2" fmla="*/ 1238250 h 2733676"/>
                <a:gd name="connsiteX3" fmla="*/ 201428 w 706275"/>
                <a:gd name="connsiteY3" fmla="*/ 1597010 h 2733676"/>
                <a:gd name="connsiteX4" fmla="*/ 15692 w 706275"/>
                <a:gd name="connsiteY4" fmla="*/ 2733676 h 2733676"/>
                <a:gd name="connsiteX0" fmla="*/ 69448 w 693356"/>
                <a:gd name="connsiteY0" fmla="*/ 0 h 2733676"/>
                <a:gd name="connsiteX1" fmla="*/ 174223 w 693356"/>
                <a:gd name="connsiteY1" fmla="*/ 700088 h 2733676"/>
                <a:gd name="connsiteX2" fmla="*/ 693335 w 693356"/>
                <a:gd name="connsiteY2" fmla="*/ 1238250 h 2733676"/>
                <a:gd name="connsiteX3" fmla="*/ 188509 w 693356"/>
                <a:gd name="connsiteY3" fmla="*/ 1597010 h 2733676"/>
                <a:gd name="connsiteX4" fmla="*/ 2773 w 693356"/>
                <a:gd name="connsiteY4" fmla="*/ 2733676 h 2733676"/>
                <a:gd name="connsiteX0" fmla="*/ 67415 w 691323"/>
                <a:gd name="connsiteY0" fmla="*/ 0 h 2733676"/>
                <a:gd name="connsiteX1" fmla="*/ 172190 w 691323"/>
                <a:gd name="connsiteY1" fmla="*/ 700088 h 2733676"/>
                <a:gd name="connsiteX2" fmla="*/ 691302 w 691323"/>
                <a:gd name="connsiteY2" fmla="*/ 1238250 h 2733676"/>
                <a:gd name="connsiteX3" fmla="*/ 186476 w 691323"/>
                <a:gd name="connsiteY3" fmla="*/ 1597010 h 2733676"/>
                <a:gd name="connsiteX4" fmla="*/ 740 w 691323"/>
                <a:gd name="connsiteY4" fmla="*/ 2733676 h 2733676"/>
                <a:gd name="connsiteX0" fmla="*/ 82369 w 706277"/>
                <a:gd name="connsiteY0" fmla="*/ 0 h 2733676"/>
                <a:gd name="connsiteX1" fmla="*/ 187144 w 706277"/>
                <a:gd name="connsiteY1" fmla="*/ 700088 h 2733676"/>
                <a:gd name="connsiteX2" fmla="*/ 706256 w 706277"/>
                <a:gd name="connsiteY2" fmla="*/ 1238250 h 2733676"/>
                <a:gd name="connsiteX3" fmla="*/ 201430 w 706277"/>
                <a:gd name="connsiteY3" fmla="*/ 1597010 h 2733676"/>
                <a:gd name="connsiteX4" fmla="*/ 15694 w 706277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88343 h 2733676"/>
                <a:gd name="connsiteX4" fmla="*/ 18502 w 709085"/>
                <a:gd name="connsiteY4" fmla="*/ 2733676 h 2733676"/>
                <a:gd name="connsiteX0" fmla="*/ 118722 w 742630"/>
                <a:gd name="connsiteY0" fmla="*/ 0 h 2733676"/>
                <a:gd name="connsiteX1" fmla="*/ 223497 w 742630"/>
                <a:gd name="connsiteY1" fmla="*/ 700088 h 2733676"/>
                <a:gd name="connsiteX2" fmla="*/ 742609 w 742630"/>
                <a:gd name="connsiteY2" fmla="*/ 1238250 h 2733676"/>
                <a:gd name="connsiteX3" fmla="*/ 237783 w 742630"/>
                <a:gd name="connsiteY3" fmla="*/ 1588343 h 2733676"/>
                <a:gd name="connsiteX4" fmla="*/ 4855 w 742630"/>
                <a:gd name="connsiteY4" fmla="*/ 2733676 h 2733676"/>
                <a:gd name="connsiteX0" fmla="*/ 113868 w 737776"/>
                <a:gd name="connsiteY0" fmla="*/ 0 h 2733676"/>
                <a:gd name="connsiteX1" fmla="*/ 218643 w 737776"/>
                <a:gd name="connsiteY1" fmla="*/ 700088 h 2733676"/>
                <a:gd name="connsiteX2" fmla="*/ 737755 w 737776"/>
                <a:gd name="connsiteY2" fmla="*/ 1238250 h 2733676"/>
                <a:gd name="connsiteX3" fmla="*/ 232929 w 737776"/>
                <a:gd name="connsiteY3" fmla="*/ 1588343 h 2733676"/>
                <a:gd name="connsiteX4" fmla="*/ 1 w 737776"/>
                <a:gd name="connsiteY4" fmla="*/ 2733676 h 273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776" h="2733676">
                  <a:moveTo>
                    <a:pt x="113868" y="0"/>
                  </a:moveTo>
                  <a:cubicBezTo>
                    <a:pt x="114265" y="246856"/>
                    <a:pt x="114662" y="493713"/>
                    <a:pt x="218643" y="700088"/>
                  </a:cubicBezTo>
                  <a:cubicBezTo>
                    <a:pt x="322624" y="906463"/>
                    <a:pt x="735374" y="1090208"/>
                    <a:pt x="737755" y="1238250"/>
                  </a:cubicBezTo>
                  <a:cubicBezTo>
                    <a:pt x="740136" y="1386292"/>
                    <a:pt x="541551" y="1478107"/>
                    <a:pt x="232929" y="1588343"/>
                  </a:cubicBezTo>
                  <a:cubicBezTo>
                    <a:pt x="-56818" y="1650908"/>
                    <a:pt x="36962" y="2351882"/>
                    <a:pt x="1" y="2733676"/>
                  </a:cubicBezTo>
                </a:path>
              </a:pathLst>
            </a:custGeom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422F5A82-0417-FAE2-F6B2-E9800E498F45}"/>
                </a:ext>
              </a:extLst>
            </p:cNvPr>
            <p:cNvSpPr/>
            <p:nvPr/>
          </p:nvSpPr>
          <p:spPr>
            <a:xfrm>
              <a:off x="4146336" y="1346199"/>
              <a:ext cx="359266" cy="4005381"/>
            </a:xfrm>
            <a:custGeom>
              <a:avLst/>
              <a:gdLst>
                <a:gd name="connsiteX0" fmla="*/ 128674 w 752571"/>
                <a:gd name="connsiteY0" fmla="*/ 0 h 2510782"/>
                <a:gd name="connsiteX1" fmla="*/ 233449 w 752571"/>
                <a:gd name="connsiteY1" fmla="*/ 700088 h 2510782"/>
                <a:gd name="connsiteX2" fmla="*/ 752561 w 752571"/>
                <a:gd name="connsiteY2" fmla="*/ 1238250 h 2510782"/>
                <a:gd name="connsiteX3" fmla="*/ 247736 w 752571"/>
                <a:gd name="connsiteY3" fmla="*/ 1757363 h 2510782"/>
                <a:gd name="connsiteX4" fmla="*/ 33424 w 752571"/>
                <a:gd name="connsiteY4" fmla="*/ 2471738 h 2510782"/>
                <a:gd name="connsiteX0" fmla="*/ 107624 w 731521"/>
                <a:gd name="connsiteY0" fmla="*/ 0 h 2685134"/>
                <a:gd name="connsiteX1" fmla="*/ 212399 w 731521"/>
                <a:gd name="connsiteY1" fmla="*/ 700088 h 2685134"/>
                <a:gd name="connsiteX2" fmla="*/ 731511 w 731521"/>
                <a:gd name="connsiteY2" fmla="*/ 1238250 h 2685134"/>
                <a:gd name="connsiteX3" fmla="*/ 226686 w 731521"/>
                <a:gd name="connsiteY3" fmla="*/ 1757363 h 2685134"/>
                <a:gd name="connsiteX4" fmla="*/ 36187 w 731521"/>
                <a:gd name="connsiteY4" fmla="*/ 2652713 h 2685134"/>
                <a:gd name="connsiteX0" fmla="*/ 71437 w 695334"/>
                <a:gd name="connsiteY0" fmla="*/ 0 h 2652713"/>
                <a:gd name="connsiteX1" fmla="*/ 176212 w 695334"/>
                <a:gd name="connsiteY1" fmla="*/ 700088 h 2652713"/>
                <a:gd name="connsiteX2" fmla="*/ 695324 w 695334"/>
                <a:gd name="connsiteY2" fmla="*/ 1238250 h 2652713"/>
                <a:gd name="connsiteX3" fmla="*/ 190499 w 695334"/>
                <a:gd name="connsiteY3" fmla="*/ 1757363 h 2652713"/>
                <a:gd name="connsiteX4" fmla="*/ 0 w 695334"/>
                <a:gd name="connsiteY4" fmla="*/ 2652713 h 2652713"/>
                <a:gd name="connsiteX0" fmla="*/ 42862 w 666759"/>
                <a:gd name="connsiteY0" fmla="*/ 0 h 2733676"/>
                <a:gd name="connsiteX1" fmla="*/ 147637 w 666759"/>
                <a:gd name="connsiteY1" fmla="*/ 700088 h 2733676"/>
                <a:gd name="connsiteX2" fmla="*/ 666749 w 666759"/>
                <a:gd name="connsiteY2" fmla="*/ 1238250 h 2733676"/>
                <a:gd name="connsiteX3" fmla="*/ 161924 w 666759"/>
                <a:gd name="connsiteY3" fmla="*/ 1757363 h 2733676"/>
                <a:gd name="connsiteX4" fmla="*/ 0 w 666759"/>
                <a:gd name="connsiteY4" fmla="*/ 2733676 h 2733676"/>
                <a:gd name="connsiteX0" fmla="*/ 66675 w 690572"/>
                <a:gd name="connsiteY0" fmla="*/ 0 h 2733676"/>
                <a:gd name="connsiteX1" fmla="*/ 171450 w 690572"/>
                <a:gd name="connsiteY1" fmla="*/ 700088 h 2733676"/>
                <a:gd name="connsiteX2" fmla="*/ 690562 w 690572"/>
                <a:gd name="connsiteY2" fmla="*/ 1238250 h 2733676"/>
                <a:gd name="connsiteX3" fmla="*/ 185737 w 690572"/>
                <a:gd name="connsiteY3" fmla="*/ 1757363 h 2733676"/>
                <a:gd name="connsiteX4" fmla="*/ 0 w 690572"/>
                <a:gd name="connsiteY4" fmla="*/ 2733676 h 2733676"/>
                <a:gd name="connsiteX0" fmla="*/ 68479 w 692376"/>
                <a:gd name="connsiteY0" fmla="*/ 0 h 2733676"/>
                <a:gd name="connsiteX1" fmla="*/ 173254 w 692376"/>
                <a:gd name="connsiteY1" fmla="*/ 700088 h 2733676"/>
                <a:gd name="connsiteX2" fmla="*/ 692366 w 692376"/>
                <a:gd name="connsiteY2" fmla="*/ 1238250 h 2733676"/>
                <a:gd name="connsiteX3" fmla="*/ 187541 w 692376"/>
                <a:gd name="connsiteY3" fmla="*/ 1757363 h 2733676"/>
                <a:gd name="connsiteX4" fmla="*/ 1804 w 692376"/>
                <a:gd name="connsiteY4" fmla="*/ 2733676 h 2733676"/>
                <a:gd name="connsiteX0" fmla="*/ 66682 w 690579"/>
                <a:gd name="connsiteY0" fmla="*/ 0 h 2733676"/>
                <a:gd name="connsiteX1" fmla="*/ 171457 w 690579"/>
                <a:gd name="connsiteY1" fmla="*/ 700088 h 2733676"/>
                <a:gd name="connsiteX2" fmla="*/ 690569 w 690579"/>
                <a:gd name="connsiteY2" fmla="*/ 1238250 h 2733676"/>
                <a:gd name="connsiteX3" fmla="*/ 185744 w 690579"/>
                <a:gd name="connsiteY3" fmla="*/ 1757363 h 2733676"/>
                <a:gd name="connsiteX4" fmla="*/ 7 w 690579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705357 h 2733676"/>
                <a:gd name="connsiteX4" fmla="*/ 8 w 690572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705357 h 2733676"/>
                <a:gd name="connsiteX4" fmla="*/ 8 w 690571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649017 h 2733676"/>
                <a:gd name="connsiteX4" fmla="*/ 8 w 690571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649017 h 2733676"/>
                <a:gd name="connsiteX4" fmla="*/ 8 w 690572"/>
                <a:gd name="connsiteY4" fmla="*/ 2733676 h 2733676"/>
                <a:gd name="connsiteX0" fmla="*/ 66682 w 690587"/>
                <a:gd name="connsiteY0" fmla="*/ 0 h 2733676"/>
                <a:gd name="connsiteX1" fmla="*/ 171457 w 690587"/>
                <a:gd name="connsiteY1" fmla="*/ 700088 h 2733676"/>
                <a:gd name="connsiteX2" fmla="*/ 690569 w 690587"/>
                <a:gd name="connsiteY2" fmla="*/ 1238250 h 2733676"/>
                <a:gd name="connsiteX3" fmla="*/ 185744 w 690587"/>
                <a:gd name="connsiteY3" fmla="*/ 1610012 h 2733676"/>
                <a:gd name="connsiteX4" fmla="*/ 7 w 690587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4 w 690590"/>
                <a:gd name="connsiteY3" fmla="*/ 1610012 h 2733676"/>
                <a:gd name="connsiteX4" fmla="*/ 7 w 690590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3 w 690590"/>
                <a:gd name="connsiteY3" fmla="*/ 1597010 h 2733676"/>
                <a:gd name="connsiteX4" fmla="*/ 7 w 690590"/>
                <a:gd name="connsiteY4" fmla="*/ 2733676 h 2733676"/>
                <a:gd name="connsiteX0" fmla="*/ 82367 w 706275"/>
                <a:gd name="connsiteY0" fmla="*/ 0 h 2733676"/>
                <a:gd name="connsiteX1" fmla="*/ 187142 w 706275"/>
                <a:gd name="connsiteY1" fmla="*/ 700088 h 2733676"/>
                <a:gd name="connsiteX2" fmla="*/ 706254 w 706275"/>
                <a:gd name="connsiteY2" fmla="*/ 1238250 h 2733676"/>
                <a:gd name="connsiteX3" fmla="*/ 201428 w 706275"/>
                <a:gd name="connsiteY3" fmla="*/ 1597010 h 2733676"/>
                <a:gd name="connsiteX4" fmla="*/ 15692 w 706275"/>
                <a:gd name="connsiteY4" fmla="*/ 2733676 h 2733676"/>
                <a:gd name="connsiteX0" fmla="*/ 69448 w 693356"/>
                <a:gd name="connsiteY0" fmla="*/ 0 h 2733676"/>
                <a:gd name="connsiteX1" fmla="*/ 174223 w 693356"/>
                <a:gd name="connsiteY1" fmla="*/ 700088 h 2733676"/>
                <a:gd name="connsiteX2" fmla="*/ 693335 w 693356"/>
                <a:gd name="connsiteY2" fmla="*/ 1238250 h 2733676"/>
                <a:gd name="connsiteX3" fmla="*/ 188509 w 693356"/>
                <a:gd name="connsiteY3" fmla="*/ 1597010 h 2733676"/>
                <a:gd name="connsiteX4" fmla="*/ 2773 w 693356"/>
                <a:gd name="connsiteY4" fmla="*/ 2733676 h 2733676"/>
                <a:gd name="connsiteX0" fmla="*/ 67415 w 691323"/>
                <a:gd name="connsiteY0" fmla="*/ 0 h 2733676"/>
                <a:gd name="connsiteX1" fmla="*/ 172190 w 691323"/>
                <a:gd name="connsiteY1" fmla="*/ 700088 h 2733676"/>
                <a:gd name="connsiteX2" fmla="*/ 691302 w 691323"/>
                <a:gd name="connsiteY2" fmla="*/ 1238250 h 2733676"/>
                <a:gd name="connsiteX3" fmla="*/ 186476 w 691323"/>
                <a:gd name="connsiteY3" fmla="*/ 1597010 h 2733676"/>
                <a:gd name="connsiteX4" fmla="*/ 740 w 691323"/>
                <a:gd name="connsiteY4" fmla="*/ 2733676 h 2733676"/>
                <a:gd name="connsiteX0" fmla="*/ 82369 w 706277"/>
                <a:gd name="connsiteY0" fmla="*/ 0 h 2733676"/>
                <a:gd name="connsiteX1" fmla="*/ 187144 w 706277"/>
                <a:gd name="connsiteY1" fmla="*/ 700088 h 2733676"/>
                <a:gd name="connsiteX2" fmla="*/ 706256 w 706277"/>
                <a:gd name="connsiteY2" fmla="*/ 1238250 h 2733676"/>
                <a:gd name="connsiteX3" fmla="*/ 201430 w 706277"/>
                <a:gd name="connsiteY3" fmla="*/ 1597010 h 2733676"/>
                <a:gd name="connsiteX4" fmla="*/ 15694 w 706277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88343 h 2733676"/>
                <a:gd name="connsiteX4" fmla="*/ 18502 w 709085"/>
                <a:gd name="connsiteY4" fmla="*/ 2733676 h 2733676"/>
                <a:gd name="connsiteX0" fmla="*/ 118722 w 742630"/>
                <a:gd name="connsiteY0" fmla="*/ 0 h 2733676"/>
                <a:gd name="connsiteX1" fmla="*/ 223497 w 742630"/>
                <a:gd name="connsiteY1" fmla="*/ 700088 h 2733676"/>
                <a:gd name="connsiteX2" fmla="*/ 742609 w 742630"/>
                <a:gd name="connsiteY2" fmla="*/ 1238250 h 2733676"/>
                <a:gd name="connsiteX3" fmla="*/ 237783 w 742630"/>
                <a:gd name="connsiteY3" fmla="*/ 1588343 h 2733676"/>
                <a:gd name="connsiteX4" fmla="*/ 4855 w 742630"/>
                <a:gd name="connsiteY4" fmla="*/ 2733676 h 2733676"/>
                <a:gd name="connsiteX0" fmla="*/ 113868 w 737776"/>
                <a:gd name="connsiteY0" fmla="*/ 0 h 2733676"/>
                <a:gd name="connsiteX1" fmla="*/ 218643 w 737776"/>
                <a:gd name="connsiteY1" fmla="*/ 700088 h 2733676"/>
                <a:gd name="connsiteX2" fmla="*/ 737755 w 737776"/>
                <a:gd name="connsiteY2" fmla="*/ 1238250 h 2733676"/>
                <a:gd name="connsiteX3" fmla="*/ 232929 w 737776"/>
                <a:gd name="connsiteY3" fmla="*/ 1588343 h 2733676"/>
                <a:gd name="connsiteX4" fmla="*/ 1 w 737776"/>
                <a:gd name="connsiteY4" fmla="*/ 2733676 h 273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776" h="2733676">
                  <a:moveTo>
                    <a:pt x="113868" y="0"/>
                  </a:moveTo>
                  <a:cubicBezTo>
                    <a:pt x="114265" y="246856"/>
                    <a:pt x="114662" y="493713"/>
                    <a:pt x="218643" y="700088"/>
                  </a:cubicBezTo>
                  <a:cubicBezTo>
                    <a:pt x="322624" y="906463"/>
                    <a:pt x="735374" y="1090208"/>
                    <a:pt x="737755" y="1238250"/>
                  </a:cubicBezTo>
                  <a:cubicBezTo>
                    <a:pt x="740136" y="1386292"/>
                    <a:pt x="541551" y="1478107"/>
                    <a:pt x="232929" y="1588343"/>
                  </a:cubicBezTo>
                  <a:cubicBezTo>
                    <a:pt x="-56818" y="1650908"/>
                    <a:pt x="36962" y="2351882"/>
                    <a:pt x="1" y="2733676"/>
                  </a:cubicBezTo>
                </a:path>
              </a:pathLst>
            </a:custGeom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20FB59C9-5A00-F547-FDCD-93B1326A4283}"/>
                </a:ext>
              </a:extLst>
            </p:cNvPr>
            <p:cNvSpPr/>
            <p:nvPr/>
          </p:nvSpPr>
          <p:spPr>
            <a:xfrm>
              <a:off x="4317175" y="1346200"/>
              <a:ext cx="194778" cy="4005381"/>
            </a:xfrm>
            <a:custGeom>
              <a:avLst/>
              <a:gdLst>
                <a:gd name="connsiteX0" fmla="*/ 128674 w 752571"/>
                <a:gd name="connsiteY0" fmla="*/ 0 h 2510782"/>
                <a:gd name="connsiteX1" fmla="*/ 233449 w 752571"/>
                <a:gd name="connsiteY1" fmla="*/ 700088 h 2510782"/>
                <a:gd name="connsiteX2" fmla="*/ 752561 w 752571"/>
                <a:gd name="connsiteY2" fmla="*/ 1238250 h 2510782"/>
                <a:gd name="connsiteX3" fmla="*/ 247736 w 752571"/>
                <a:gd name="connsiteY3" fmla="*/ 1757363 h 2510782"/>
                <a:gd name="connsiteX4" fmla="*/ 33424 w 752571"/>
                <a:gd name="connsiteY4" fmla="*/ 2471738 h 2510782"/>
                <a:gd name="connsiteX0" fmla="*/ 107624 w 731521"/>
                <a:gd name="connsiteY0" fmla="*/ 0 h 2685134"/>
                <a:gd name="connsiteX1" fmla="*/ 212399 w 731521"/>
                <a:gd name="connsiteY1" fmla="*/ 700088 h 2685134"/>
                <a:gd name="connsiteX2" fmla="*/ 731511 w 731521"/>
                <a:gd name="connsiteY2" fmla="*/ 1238250 h 2685134"/>
                <a:gd name="connsiteX3" fmla="*/ 226686 w 731521"/>
                <a:gd name="connsiteY3" fmla="*/ 1757363 h 2685134"/>
                <a:gd name="connsiteX4" fmla="*/ 36187 w 731521"/>
                <a:gd name="connsiteY4" fmla="*/ 2652713 h 2685134"/>
                <a:gd name="connsiteX0" fmla="*/ 71437 w 695334"/>
                <a:gd name="connsiteY0" fmla="*/ 0 h 2652713"/>
                <a:gd name="connsiteX1" fmla="*/ 176212 w 695334"/>
                <a:gd name="connsiteY1" fmla="*/ 700088 h 2652713"/>
                <a:gd name="connsiteX2" fmla="*/ 695324 w 695334"/>
                <a:gd name="connsiteY2" fmla="*/ 1238250 h 2652713"/>
                <a:gd name="connsiteX3" fmla="*/ 190499 w 695334"/>
                <a:gd name="connsiteY3" fmla="*/ 1757363 h 2652713"/>
                <a:gd name="connsiteX4" fmla="*/ 0 w 695334"/>
                <a:gd name="connsiteY4" fmla="*/ 2652713 h 2652713"/>
                <a:gd name="connsiteX0" fmla="*/ 42862 w 666759"/>
                <a:gd name="connsiteY0" fmla="*/ 0 h 2733676"/>
                <a:gd name="connsiteX1" fmla="*/ 147637 w 666759"/>
                <a:gd name="connsiteY1" fmla="*/ 700088 h 2733676"/>
                <a:gd name="connsiteX2" fmla="*/ 666749 w 666759"/>
                <a:gd name="connsiteY2" fmla="*/ 1238250 h 2733676"/>
                <a:gd name="connsiteX3" fmla="*/ 161924 w 666759"/>
                <a:gd name="connsiteY3" fmla="*/ 1757363 h 2733676"/>
                <a:gd name="connsiteX4" fmla="*/ 0 w 666759"/>
                <a:gd name="connsiteY4" fmla="*/ 2733676 h 2733676"/>
                <a:gd name="connsiteX0" fmla="*/ 66675 w 690572"/>
                <a:gd name="connsiteY0" fmla="*/ 0 h 2733676"/>
                <a:gd name="connsiteX1" fmla="*/ 171450 w 690572"/>
                <a:gd name="connsiteY1" fmla="*/ 700088 h 2733676"/>
                <a:gd name="connsiteX2" fmla="*/ 690562 w 690572"/>
                <a:gd name="connsiteY2" fmla="*/ 1238250 h 2733676"/>
                <a:gd name="connsiteX3" fmla="*/ 185737 w 690572"/>
                <a:gd name="connsiteY3" fmla="*/ 1757363 h 2733676"/>
                <a:gd name="connsiteX4" fmla="*/ 0 w 690572"/>
                <a:gd name="connsiteY4" fmla="*/ 2733676 h 2733676"/>
                <a:gd name="connsiteX0" fmla="*/ 68479 w 692376"/>
                <a:gd name="connsiteY0" fmla="*/ 0 h 2733676"/>
                <a:gd name="connsiteX1" fmla="*/ 173254 w 692376"/>
                <a:gd name="connsiteY1" fmla="*/ 700088 h 2733676"/>
                <a:gd name="connsiteX2" fmla="*/ 692366 w 692376"/>
                <a:gd name="connsiteY2" fmla="*/ 1238250 h 2733676"/>
                <a:gd name="connsiteX3" fmla="*/ 187541 w 692376"/>
                <a:gd name="connsiteY3" fmla="*/ 1757363 h 2733676"/>
                <a:gd name="connsiteX4" fmla="*/ 1804 w 692376"/>
                <a:gd name="connsiteY4" fmla="*/ 2733676 h 2733676"/>
                <a:gd name="connsiteX0" fmla="*/ 66682 w 690579"/>
                <a:gd name="connsiteY0" fmla="*/ 0 h 2733676"/>
                <a:gd name="connsiteX1" fmla="*/ 171457 w 690579"/>
                <a:gd name="connsiteY1" fmla="*/ 700088 h 2733676"/>
                <a:gd name="connsiteX2" fmla="*/ 690569 w 690579"/>
                <a:gd name="connsiteY2" fmla="*/ 1238250 h 2733676"/>
                <a:gd name="connsiteX3" fmla="*/ 185744 w 690579"/>
                <a:gd name="connsiteY3" fmla="*/ 1757363 h 2733676"/>
                <a:gd name="connsiteX4" fmla="*/ 7 w 690579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705357 h 2733676"/>
                <a:gd name="connsiteX4" fmla="*/ 8 w 690572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705357 h 2733676"/>
                <a:gd name="connsiteX4" fmla="*/ 8 w 690571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649017 h 2733676"/>
                <a:gd name="connsiteX4" fmla="*/ 8 w 690571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649017 h 2733676"/>
                <a:gd name="connsiteX4" fmla="*/ 8 w 690572"/>
                <a:gd name="connsiteY4" fmla="*/ 2733676 h 2733676"/>
                <a:gd name="connsiteX0" fmla="*/ 66682 w 690587"/>
                <a:gd name="connsiteY0" fmla="*/ 0 h 2733676"/>
                <a:gd name="connsiteX1" fmla="*/ 171457 w 690587"/>
                <a:gd name="connsiteY1" fmla="*/ 700088 h 2733676"/>
                <a:gd name="connsiteX2" fmla="*/ 690569 w 690587"/>
                <a:gd name="connsiteY2" fmla="*/ 1238250 h 2733676"/>
                <a:gd name="connsiteX3" fmla="*/ 185744 w 690587"/>
                <a:gd name="connsiteY3" fmla="*/ 1610012 h 2733676"/>
                <a:gd name="connsiteX4" fmla="*/ 7 w 690587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4 w 690590"/>
                <a:gd name="connsiteY3" fmla="*/ 1610012 h 2733676"/>
                <a:gd name="connsiteX4" fmla="*/ 7 w 690590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3 w 690590"/>
                <a:gd name="connsiteY3" fmla="*/ 1597010 h 2733676"/>
                <a:gd name="connsiteX4" fmla="*/ 7 w 690590"/>
                <a:gd name="connsiteY4" fmla="*/ 2733676 h 2733676"/>
                <a:gd name="connsiteX0" fmla="*/ 82367 w 706275"/>
                <a:gd name="connsiteY0" fmla="*/ 0 h 2733676"/>
                <a:gd name="connsiteX1" fmla="*/ 187142 w 706275"/>
                <a:gd name="connsiteY1" fmla="*/ 700088 h 2733676"/>
                <a:gd name="connsiteX2" fmla="*/ 706254 w 706275"/>
                <a:gd name="connsiteY2" fmla="*/ 1238250 h 2733676"/>
                <a:gd name="connsiteX3" fmla="*/ 201428 w 706275"/>
                <a:gd name="connsiteY3" fmla="*/ 1597010 h 2733676"/>
                <a:gd name="connsiteX4" fmla="*/ 15692 w 706275"/>
                <a:gd name="connsiteY4" fmla="*/ 2733676 h 2733676"/>
                <a:gd name="connsiteX0" fmla="*/ 69448 w 693356"/>
                <a:gd name="connsiteY0" fmla="*/ 0 h 2733676"/>
                <a:gd name="connsiteX1" fmla="*/ 174223 w 693356"/>
                <a:gd name="connsiteY1" fmla="*/ 700088 h 2733676"/>
                <a:gd name="connsiteX2" fmla="*/ 693335 w 693356"/>
                <a:gd name="connsiteY2" fmla="*/ 1238250 h 2733676"/>
                <a:gd name="connsiteX3" fmla="*/ 188509 w 693356"/>
                <a:gd name="connsiteY3" fmla="*/ 1597010 h 2733676"/>
                <a:gd name="connsiteX4" fmla="*/ 2773 w 693356"/>
                <a:gd name="connsiteY4" fmla="*/ 2733676 h 2733676"/>
                <a:gd name="connsiteX0" fmla="*/ 67415 w 691323"/>
                <a:gd name="connsiteY0" fmla="*/ 0 h 2733676"/>
                <a:gd name="connsiteX1" fmla="*/ 172190 w 691323"/>
                <a:gd name="connsiteY1" fmla="*/ 700088 h 2733676"/>
                <a:gd name="connsiteX2" fmla="*/ 691302 w 691323"/>
                <a:gd name="connsiteY2" fmla="*/ 1238250 h 2733676"/>
                <a:gd name="connsiteX3" fmla="*/ 186476 w 691323"/>
                <a:gd name="connsiteY3" fmla="*/ 1597010 h 2733676"/>
                <a:gd name="connsiteX4" fmla="*/ 740 w 691323"/>
                <a:gd name="connsiteY4" fmla="*/ 2733676 h 2733676"/>
                <a:gd name="connsiteX0" fmla="*/ 82369 w 706277"/>
                <a:gd name="connsiteY0" fmla="*/ 0 h 2733676"/>
                <a:gd name="connsiteX1" fmla="*/ 187144 w 706277"/>
                <a:gd name="connsiteY1" fmla="*/ 700088 h 2733676"/>
                <a:gd name="connsiteX2" fmla="*/ 706256 w 706277"/>
                <a:gd name="connsiteY2" fmla="*/ 1238250 h 2733676"/>
                <a:gd name="connsiteX3" fmla="*/ 201430 w 706277"/>
                <a:gd name="connsiteY3" fmla="*/ 1597010 h 2733676"/>
                <a:gd name="connsiteX4" fmla="*/ 15694 w 706277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88343 h 2733676"/>
                <a:gd name="connsiteX4" fmla="*/ 18502 w 709085"/>
                <a:gd name="connsiteY4" fmla="*/ 2733676 h 2733676"/>
                <a:gd name="connsiteX0" fmla="*/ 118722 w 742630"/>
                <a:gd name="connsiteY0" fmla="*/ 0 h 2733676"/>
                <a:gd name="connsiteX1" fmla="*/ 223497 w 742630"/>
                <a:gd name="connsiteY1" fmla="*/ 700088 h 2733676"/>
                <a:gd name="connsiteX2" fmla="*/ 742609 w 742630"/>
                <a:gd name="connsiteY2" fmla="*/ 1238250 h 2733676"/>
                <a:gd name="connsiteX3" fmla="*/ 237783 w 742630"/>
                <a:gd name="connsiteY3" fmla="*/ 1588343 h 2733676"/>
                <a:gd name="connsiteX4" fmla="*/ 4855 w 742630"/>
                <a:gd name="connsiteY4" fmla="*/ 2733676 h 2733676"/>
                <a:gd name="connsiteX0" fmla="*/ 113868 w 737776"/>
                <a:gd name="connsiteY0" fmla="*/ 0 h 2733676"/>
                <a:gd name="connsiteX1" fmla="*/ 218643 w 737776"/>
                <a:gd name="connsiteY1" fmla="*/ 700088 h 2733676"/>
                <a:gd name="connsiteX2" fmla="*/ 737755 w 737776"/>
                <a:gd name="connsiteY2" fmla="*/ 1238250 h 2733676"/>
                <a:gd name="connsiteX3" fmla="*/ 232929 w 737776"/>
                <a:gd name="connsiteY3" fmla="*/ 1588343 h 2733676"/>
                <a:gd name="connsiteX4" fmla="*/ 1 w 737776"/>
                <a:gd name="connsiteY4" fmla="*/ 2733676 h 273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776" h="2733676">
                  <a:moveTo>
                    <a:pt x="113868" y="0"/>
                  </a:moveTo>
                  <a:cubicBezTo>
                    <a:pt x="114265" y="246856"/>
                    <a:pt x="114662" y="493713"/>
                    <a:pt x="218643" y="700088"/>
                  </a:cubicBezTo>
                  <a:cubicBezTo>
                    <a:pt x="322624" y="906463"/>
                    <a:pt x="735374" y="1090208"/>
                    <a:pt x="737755" y="1238250"/>
                  </a:cubicBezTo>
                  <a:cubicBezTo>
                    <a:pt x="740136" y="1386292"/>
                    <a:pt x="541551" y="1478107"/>
                    <a:pt x="232929" y="1588343"/>
                  </a:cubicBezTo>
                  <a:cubicBezTo>
                    <a:pt x="-56818" y="1650908"/>
                    <a:pt x="36962" y="2351882"/>
                    <a:pt x="1" y="2733676"/>
                  </a:cubicBezTo>
                </a:path>
              </a:pathLst>
            </a:custGeom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EE64B67D-B1E7-BE32-358B-2712E862A9E2}"/>
                </a:ext>
              </a:extLst>
            </p:cNvPr>
            <p:cNvSpPr/>
            <p:nvPr/>
          </p:nvSpPr>
          <p:spPr>
            <a:xfrm>
              <a:off x="4425621" y="1346200"/>
              <a:ext cx="100092" cy="4005381"/>
            </a:xfrm>
            <a:custGeom>
              <a:avLst/>
              <a:gdLst>
                <a:gd name="connsiteX0" fmla="*/ 128674 w 752571"/>
                <a:gd name="connsiteY0" fmla="*/ 0 h 2510782"/>
                <a:gd name="connsiteX1" fmla="*/ 233449 w 752571"/>
                <a:gd name="connsiteY1" fmla="*/ 700088 h 2510782"/>
                <a:gd name="connsiteX2" fmla="*/ 752561 w 752571"/>
                <a:gd name="connsiteY2" fmla="*/ 1238250 h 2510782"/>
                <a:gd name="connsiteX3" fmla="*/ 247736 w 752571"/>
                <a:gd name="connsiteY3" fmla="*/ 1757363 h 2510782"/>
                <a:gd name="connsiteX4" fmla="*/ 33424 w 752571"/>
                <a:gd name="connsiteY4" fmla="*/ 2471738 h 2510782"/>
                <a:gd name="connsiteX0" fmla="*/ 107624 w 731521"/>
                <a:gd name="connsiteY0" fmla="*/ 0 h 2685134"/>
                <a:gd name="connsiteX1" fmla="*/ 212399 w 731521"/>
                <a:gd name="connsiteY1" fmla="*/ 700088 h 2685134"/>
                <a:gd name="connsiteX2" fmla="*/ 731511 w 731521"/>
                <a:gd name="connsiteY2" fmla="*/ 1238250 h 2685134"/>
                <a:gd name="connsiteX3" fmla="*/ 226686 w 731521"/>
                <a:gd name="connsiteY3" fmla="*/ 1757363 h 2685134"/>
                <a:gd name="connsiteX4" fmla="*/ 36187 w 731521"/>
                <a:gd name="connsiteY4" fmla="*/ 2652713 h 2685134"/>
                <a:gd name="connsiteX0" fmla="*/ 71437 w 695334"/>
                <a:gd name="connsiteY0" fmla="*/ 0 h 2652713"/>
                <a:gd name="connsiteX1" fmla="*/ 176212 w 695334"/>
                <a:gd name="connsiteY1" fmla="*/ 700088 h 2652713"/>
                <a:gd name="connsiteX2" fmla="*/ 695324 w 695334"/>
                <a:gd name="connsiteY2" fmla="*/ 1238250 h 2652713"/>
                <a:gd name="connsiteX3" fmla="*/ 190499 w 695334"/>
                <a:gd name="connsiteY3" fmla="*/ 1757363 h 2652713"/>
                <a:gd name="connsiteX4" fmla="*/ 0 w 695334"/>
                <a:gd name="connsiteY4" fmla="*/ 2652713 h 2652713"/>
                <a:gd name="connsiteX0" fmla="*/ 42862 w 666759"/>
                <a:gd name="connsiteY0" fmla="*/ 0 h 2733676"/>
                <a:gd name="connsiteX1" fmla="*/ 147637 w 666759"/>
                <a:gd name="connsiteY1" fmla="*/ 700088 h 2733676"/>
                <a:gd name="connsiteX2" fmla="*/ 666749 w 666759"/>
                <a:gd name="connsiteY2" fmla="*/ 1238250 h 2733676"/>
                <a:gd name="connsiteX3" fmla="*/ 161924 w 666759"/>
                <a:gd name="connsiteY3" fmla="*/ 1757363 h 2733676"/>
                <a:gd name="connsiteX4" fmla="*/ 0 w 666759"/>
                <a:gd name="connsiteY4" fmla="*/ 2733676 h 2733676"/>
                <a:gd name="connsiteX0" fmla="*/ 66675 w 690572"/>
                <a:gd name="connsiteY0" fmla="*/ 0 h 2733676"/>
                <a:gd name="connsiteX1" fmla="*/ 171450 w 690572"/>
                <a:gd name="connsiteY1" fmla="*/ 700088 h 2733676"/>
                <a:gd name="connsiteX2" fmla="*/ 690562 w 690572"/>
                <a:gd name="connsiteY2" fmla="*/ 1238250 h 2733676"/>
                <a:gd name="connsiteX3" fmla="*/ 185737 w 690572"/>
                <a:gd name="connsiteY3" fmla="*/ 1757363 h 2733676"/>
                <a:gd name="connsiteX4" fmla="*/ 0 w 690572"/>
                <a:gd name="connsiteY4" fmla="*/ 2733676 h 2733676"/>
                <a:gd name="connsiteX0" fmla="*/ 68479 w 692376"/>
                <a:gd name="connsiteY0" fmla="*/ 0 h 2733676"/>
                <a:gd name="connsiteX1" fmla="*/ 173254 w 692376"/>
                <a:gd name="connsiteY1" fmla="*/ 700088 h 2733676"/>
                <a:gd name="connsiteX2" fmla="*/ 692366 w 692376"/>
                <a:gd name="connsiteY2" fmla="*/ 1238250 h 2733676"/>
                <a:gd name="connsiteX3" fmla="*/ 187541 w 692376"/>
                <a:gd name="connsiteY3" fmla="*/ 1757363 h 2733676"/>
                <a:gd name="connsiteX4" fmla="*/ 1804 w 692376"/>
                <a:gd name="connsiteY4" fmla="*/ 2733676 h 2733676"/>
                <a:gd name="connsiteX0" fmla="*/ 66682 w 690579"/>
                <a:gd name="connsiteY0" fmla="*/ 0 h 2733676"/>
                <a:gd name="connsiteX1" fmla="*/ 171457 w 690579"/>
                <a:gd name="connsiteY1" fmla="*/ 700088 h 2733676"/>
                <a:gd name="connsiteX2" fmla="*/ 690569 w 690579"/>
                <a:gd name="connsiteY2" fmla="*/ 1238250 h 2733676"/>
                <a:gd name="connsiteX3" fmla="*/ 185744 w 690579"/>
                <a:gd name="connsiteY3" fmla="*/ 1757363 h 2733676"/>
                <a:gd name="connsiteX4" fmla="*/ 7 w 690579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705357 h 2733676"/>
                <a:gd name="connsiteX4" fmla="*/ 8 w 690572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705357 h 2733676"/>
                <a:gd name="connsiteX4" fmla="*/ 8 w 690571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649017 h 2733676"/>
                <a:gd name="connsiteX4" fmla="*/ 8 w 690571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649017 h 2733676"/>
                <a:gd name="connsiteX4" fmla="*/ 8 w 690572"/>
                <a:gd name="connsiteY4" fmla="*/ 2733676 h 2733676"/>
                <a:gd name="connsiteX0" fmla="*/ 66682 w 690587"/>
                <a:gd name="connsiteY0" fmla="*/ 0 h 2733676"/>
                <a:gd name="connsiteX1" fmla="*/ 171457 w 690587"/>
                <a:gd name="connsiteY1" fmla="*/ 700088 h 2733676"/>
                <a:gd name="connsiteX2" fmla="*/ 690569 w 690587"/>
                <a:gd name="connsiteY2" fmla="*/ 1238250 h 2733676"/>
                <a:gd name="connsiteX3" fmla="*/ 185744 w 690587"/>
                <a:gd name="connsiteY3" fmla="*/ 1610012 h 2733676"/>
                <a:gd name="connsiteX4" fmla="*/ 7 w 690587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4 w 690590"/>
                <a:gd name="connsiteY3" fmla="*/ 1610012 h 2733676"/>
                <a:gd name="connsiteX4" fmla="*/ 7 w 690590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3 w 690590"/>
                <a:gd name="connsiteY3" fmla="*/ 1597010 h 2733676"/>
                <a:gd name="connsiteX4" fmla="*/ 7 w 690590"/>
                <a:gd name="connsiteY4" fmla="*/ 2733676 h 2733676"/>
                <a:gd name="connsiteX0" fmla="*/ 82367 w 706275"/>
                <a:gd name="connsiteY0" fmla="*/ 0 h 2733676"/>
                <a:gd name="connsiteX1" fmla="*/ 187142 w 706275"/>
                <a:gd name="connsiteY1" fmla="*/ 700088 h 2733676"/>
                <a:gd name="connsiteX2" fmla="*/ 706254 w 706275"/>
                <a:gd name="connsiteY2" fmla="*/ 1238250 h 2733676"/>
                <a:gd name="connsiteX3" fmla="*/ 201428 w 706275"/>
                <a:gd name="connsiteY3" fmla="*/ 1597010 h 2733676"/>
                <a:gd name="connsiteX4" fmla="*/ 15692 w 706275"/>
                <a:gd name="connsiteY4" fmla="*/ 2733676 h 2733676"/>
                <a:gd name="connsiteX0" fmla="*/ 69448 w 693356"/>
                <a:gd name="connsiteY0" fmla="*/ 0 h 2733676"/>
                <a:gd name="connsiteX1" fmla="*/ 174223 w 693356"/>
                <a:gd name="connsiteY1" fmla="*/ 700088 h 2733676"/>
                <a:gd name="connsiteX2" fmla="*/ 693335 w 693356"/>
                <a:gd name="connsiteY2" fmla="*/ 1238250 h 2733676"/>
                <a:gd name="connsiteX3" fmla="*/ 188509 w 693356"/>
                <a:gd name="connsiteY3" fmla="*/ 1597010 h 2733676"/>
                <a:gd name="connsiteX4" fmla="*/ 2773 w 693356"/>
                <a:gd name="connsiteY4" fmla="*/ 2733676 h 2733676"/>
                <a:gd name="connsiteX0" fmla="*/ 67415 w 691323"/>
                <a:gd name="connsiteY0" fmla="*/ 0 h 2733676"/>
                <a:gd name="connsiteX1" fmla="*/ 172190 w 691323"/>
                <a:gd name="connsiteY1" fmla="*/ 700088 h 2733676"/>
                <a:gd name="connsiteX2" fmla="*/ 691302 w 691323"/>
                <a:gd name="connsiteY2" fmla="*/ 1238250 h 2733676"/>
                <a:gd name="connsiteX3" fmla="*/ 186476 w 691323"/>
                <a:gd name="connsiteY3" fmla="*/ 1597010 h 2733676"/>
                <a:gd name="connsiteX4" fmla="*/ 740 w 691323"/>
                <a:gd name="connsiteY4" fmla="*/ 2733676 h 2733676"/>
                <a:gd name="connsiteX0" fmla="*/ 82369 w 706277"/>
                <a:gd name="connsiteY0" fmla="*/ 0 h 2733676"/>
                <a:gd name="connsiteX1" fmla="*/ 187144 w 706277"/>
                <a:gd name="connsiteY1" fmla="*/ 700088 h 2733676"/>
                <a:gd name="connsiteX2" fmla="*/ 706256 w 706277"/>
                <a:gd name="connsiteY2" fmla="*/ 1238250 h 2733676"/>
                <a:gd name="connsiteX3" fmla="*/ 201430 w 706277"/>
                <a:gd name="connsiteY3" fmla="*/ 1597010 h 2733676"/>
                <a:gd name="connsiteX4" fmla="*/ 15694 w 706277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88343 h 2733676"/>
                <a:gd name="connsiteX4" fmla="*/ 18502 w 709085"/>
                <a:gd name="connsiteY4" fmla="*/ 2733676 h 2733676"/>
                <a:gd name="connsiteX0" fmla="*/ 118722 w 742630"/>
                <a:gd name="connsiteY0" fmla="*/ 0 h 2733676"/>
                <a:gd name="connsiteX1" fmla="*/ 223497 w 742630"/>
                <a:gd name="connsiteY1" fmla="*/ 700088 h 2733676"/>
                <a:gd name="connsiteX2" fmla="*/ 742609 w 742630"/>
                <a:gd name="connsiteY2" fmla="*/ 1238250 h 2733676"/>
                <a:gd name="connsiteX3" fmla="*/ 237783 w 742630"/>
                <a:gd name="connsiteY3" fmla="*/ 1588343 h 2733676"/>
                <a:gd name="connsiteX4" fmla="*/ 4855 w 742630"/>
                <a:gd name="connsiteY4" fmla="*/ 2733676 h 2733676"/>
                <a:gd name="connsiteX0" fmla="*/ 113868 w 737776"/>
                <a:gd name="connsiteY0" fmla="*/ 0 h 2733676"/>
                <a:gd name="connsiteX1" fmla="*/ 218643 w 737776"/>
                <a:gd name="connsiteY1" fmla="*/ 700088 h 2733676"/>
                <a:gd name="connsiteX2" fmla="*/ 737755 w 737776"/>
                <a:gd name="connsiteY2" fmla="*/ 1238250 h 2733676"/>
                <a:gd name="connsiteX3" fmla="*/ 232929 w 737776"/>
                <a:gd name="connsiteY3" fmla="*/ 1588343 h 2733676"/>
                <a:gd name="connsiteX4" fmla="*/ 1 w 737776"/>
                <a:gd name="connsiteY4" fmla="*/ 2733676 h 273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776" h="2733676">
                  <a:moveTo>
                    <a:pt x="113868" y="0"/>
                  </a:moveTo>
                  <a:cubicBezTo>
                    <a:pt x="114265" y="246856"/>
                    <a:pt x="114662" y="493713"/>
                    <a:pt x="218643" y="700088"/>
                  </a:cubicBezTo>
                  <a:cubicBezTo>
                    <a:pt x="322624" y="906463"/>
                    <a:pt x="735374" y="1090208"/>
                    <a:pt x="737755" y="1238250"/>
                  </a:cubicBezTo>
                  <a:cubicBezTo>
                    <a:pt x="740136" y="1386292"/>
                    <a:pt x="541551" y="1478107"/>
                    <a:pt x="232929" y="1588343"/>
                  </a:cubicBezTo>
                  <a:cubicBezTo>
                    <a:pt x="-56818" y="1650908"/>
                    <a:pt x="36962" y="2351882"/>
                    <a:pt x="1" y="2733676"/>
                  </a:cubicBezTo>
                </a:path>
              </a:pathLst>
            </a:custGeom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6341B3C2-302C-C95B-355C-FA705F976C49}"/>
                </a:ext>
              </a:extLst>
            </p:cNvPr>
            <p:cNvSpPr/>
            <p:nvPr/>
          </p:nvSpPr>
          <p:spPr>
            <a:xfrm>
              <a:off x="4482743" y="1346200"/>
              <a:ext cx="45719" cy="4005381"/>
            </a:xfrm>
            <a:custGeom>
              <a:avLst/>
              <a:gdLst>
                <a:gd name="connsiteX0" fmla="*/ 128674 w 752571"/>
                <a:gd name="connsiteY0" fmla="*/ 0 h 2510782"/>
                <a:gd name="connsiteX1" fmla="*/ 233449 w 752571"/>
                <a:gd name="connsiteY1" fmla="*/ 700088 h 2510782"/>
                <a:gd name="connsiteX2" fmla="*/ 752561 w 752571"/>
                <a:gd name="connsiteY2" fmla="*/ 1238250 h 2510782"/>
                <a:gd name="connsiteX3" fmla="*/ 247736 w 752571"/>
                <a:gd name="connsiteY3" fmla="*/ 1757363 h 2510782"/>
                <a:gd name="connsiteX4" fmla="*/ 33424 w 752571"/>
                <a:gd name="connsiteY4" fmla="*/ 2471738 h 2510782"/>
                <a:gd name="connsiteX0" fmla="*/ 107624 w 731521"/>
                <a:gd name="connsiteY0" fmla="*/ 0 h 2685134"/>
                <a:gd name="connsiteX1" fmla="*/ 212399 w 731521"/>
                <a:gd name="connsiteY1" fmla="*/ 700088 h 2685134"/>
                <a:gd name="connsiteX2" fmla="*/ 731511 w 731521"/>
                <a:gd name="connsiteY2" fmla="*/ 1238250 h 2685134"/>
                <a:gd name="connsiteX3" fmla="*/ 226686 w 731521"/>
                <a:gd name="connsiteY3" fmla="*/ 1757363 h 2685134"/>
                <a:gd name="connsiteX4" fmla="*/ 36187 w 731521"/>
                <a:gd name="connsiteY4" fmla="*/ 2652713 h 2685134"/>
                <a:gd name="connsiteX0" fmla="*/ 71437 w 695334"/>
                <a:gd name="connsiteY0" fmla="*/ 0 h 2652713"/>
                <a:gd name="connsiteX1" fmla="*/ 176212 w 695334"/>
                <a:gd name="connsiteY1" fmla="*/ 700088 h 2652713"/>
                <a:gd name="connsiteX2" fmla="*/ 695324 w 695334"/>
                <a:gd name="connsiteY2" fmla="*/ 1238250 h 2652713"/>
                <a:gd name="connsiteX3" fmla="*/ 190499 w 695334"/>
                <a:gd name="connsiteY3" fmla="*/ 1757363 h 2652713"/>
                <a:gd name="connsiteX4" fmla="*/ 0 w 695334"/>
                <a:gd name="connsiteY4" fmla="*/ 2652713 h 2652713"/>
                <a:gd name="connsiteX0" fmla="*/ 42862 w 666759"/>
                <a:gd name="connsiteY0" fmla="*/ 0 h 2733676"/>
                <a:gd name="connsiteX1" fmla="*/ 147637 w 666759"/>
                <a:gd name="connsiteY1" fmla="*/ 700088 h 2733676"/>
                <a:gd name="connsiteX2" fmla="*/ 666749 w 666759"/>
                <a:gd name="connsiteY2" fmla="*/ 1238250 h 2733676"/>
                <a:gd name="connsiteX3" fmla="*/ 161924 w 666759"/>
                <a:gd name="connsiteY3" fmla="*/ 1757363 h 2733676"/>
                <a:gd name="connsiteX4" fmla="*/ 0 w 666759"/>
                <a:gd name="connsiteY4" fmla="*/ 2733676 h 2733676"/>
                <a:gd name="connsiteX0" fmla="*/ 66675 w 690572"/>
                <a:gd name="connsiteY0" fmla="*/ 0 h 2733676"/>
                <a:gd name="connsiteX1" fmla="*/ 171450 w 690572"/>
                <a:gd name="connsiteY1" fmla="*/ 700088 h 2733676"/>
                <a:gd name="connsiteX2" fmla="*/ 690562 w 690572"/>
                <a:gd name="connsiteY2" fmla="*/ 1238250 h 2733676"/>
                <a:gd name="connsiteX3" fmla="*/ 185737 w 690572"/>
                <a:gd name="connsiteY3" fmla="*/ 1757363 h 2733676"/>
                <a:gd name="connsiteX4" fmla="*/ 0 w 690572"/>
                <a:gd name="connsiteY4" fmla="*/ 2733676 h 2733676"/>
                <a:gd name="connsiteX0" fmla="*/ 68479 w 692376"/>
                <a:gd name="connsiteY0" fmla="*/ 0 h 2733676"/>
                <a:gd name="connsiteX1" fmla="*/ 173254 w 692376"/>
                <a:gd name="connsiteY1" fmla="*/ 700088 h 2733676"/>
                <a:gd name="connsiteX2" fmla="*/ 692366 w 692376"/>
                <a:gd name="connsiteY2" fmla="*/ 1238250 h 2733676"/>
                <a:gd name="connsiteX3" fmla="*/ 187541 w 692376"/>
                <a:gd name="connsiteY3" fmla="*/ 1757363 h 2733676"/>
                <a:gd name="connsiteX4" fmla="*/ 1804 w 692376"/>
                <a:gd name="connsiteY4" fmla="*/ 2733676 h 2733676"/>
                <a:gd name="connsiteX0" fmla="*/ 66682 w 690579"/>
                <a:gd name="connsiteY0" fmla="*/ 0 h 2733676"/>
                <a:gd name="connsiteX1" fmla="*/ 171457 w 690579"/>
                <a:gd name="connsiteY1" fmla="*/ 700088 h 2733676"/>
                <a:gd name="connsiteX2" fmla="*/ 690569 w 690579"/>
                <a:gd name="connsiteY2" fmla="*/ 1238250 h 2733676"/>
                <a:gd name="connsiteX3" fmla="*/ 185744 w 690579"/>
                <a:gd name="connsiteY3" fmla="*/ 1757363 h 2733676"/>
                <a:gd name="connsiteX4" fmla="*/ 7 w 690579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705357 h 2733676"/>
                <a:gd name="connsiteX4" fmla="*/ 8 w 690572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705357 h 2733676"/>
                <a:gd name="connsiteX4" fmla="*/ 8 w 690571"/>
                <a:gd name="connsiteY4" fmla="*/ 2733676 h 2733676"/>
                <a:gd name="connsiteX0" fmla="*/ 66683 w 690571"/>
                <a:gd name="connsiteY0" fmla="*/ 0 h 2733676"/>
                <a:gd name="connsiteX1" fmla="*/ 171458 w 690571"/>
                <a:gd name="connsiteY1" fmla="*/ 700088 h 2733676"/>
                <a:gd name="connsiteX2" fmla="*/ 690570 w 690571"/>
                <a:gd name="connsiteY2" fmla="*/ 1238250 h 2733676"/>
                <a:gd name="connsiteX3" fmla="*/ 176307 w 690571"/>
                <a:gd name="connsiteY3" fmla="*/ 1649017 h 2733676"/>
                <a:gd name="connsiteX4" fmla="*/ 8 w 690571"/>
                <a:gd name="connsiteY4" fmla="*/ 2733676 h 2733676"/>
                <a:gd name="connsiteX0" fmla="*/ 66683 w 690572"/>
                <a:gd name="connsiteY0" fmla="*/ 0 h 2733676"/>
                <a:gd name="connsiteX1" fmla="*/ 171458 w 690572"/>
                <a:gd name="connsiteY1" fmla="*/ 700088 h 2733676"/>
                <a:gd name="connsiteX2" fmla="*/ 690570 w 690572"/>
                <a:gd name="connsiteY2" fmla="*/ 1238250 h 2733676"/>
                <a:gd name="connsiteX3" fmla="*/ 176307 w 690572"/>
                <a:gd name="connsiteY3" fmla="*/ 1649017 h 2733676"/>
                <a:gd name="connsiteX4" fmla="*/ 8 w 690572"/>
                <a:gd name="connsiteY4" fmla="*/ 2733676 h 2733676"/>
                <a:gd name="connsiteX0" fmla="*/ 66682 w 690587"/>
                <a:gd name="connsiteY0" fmla="*/ 0 h 2733676"/>
                <a:gd name="connsiteX1" fmla="*/ 171457 w 690587"/>
                <a:gd name="connsiteY1" fmla="*/ 700088 h 2733676"/>
                <a:gd name="connsiteX2" fmla="*/ 690569 w 690587"/>
                <a:gd name="connsiteY2" fmla="*/ 1238250 h 2733676"/>
                <a:gd name="connsiteX3" fmla="*/ 185744 w 690587"/>
                <a:gd name="connsiteY3" fmla="*/ 1610012 h 2733676"/>
                <a:gd name="connsiteX4" fmla="*/ 7 w 690587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4 w 690590"/>
                <a:gd name="connsiteY3" fmla="*/ 1610012 h 2733676"/>
                <a:gd name="connsiteX4" fmla="*/ 7 w 690590"/>
                <a:gd name="connsiteY4" fmla="*/ 2733676 h 2733676"/>
                <a:gd name="connsiteX0" fmla="*/ 66682 w 690590"/>
                <a:gd name="connsiteY0" fmla="*/ 0 h 2733676"/>
                <a:gd name="connsiteX1" fmla="*/ 171457 w 690590"/>
                <a:gd name="connsiteY1" fmla="*/ 700088 h 2733676"/>
                <a:gd name="connsiteX2" fmla="*/ 690569 w 690590"/>
                <a:gd name="connsiteY2" fmla="*/ 1238250 h 2733676"/>
                <a:gd name="connsiteX3" fmla="*/ 185743 w 690590"/>
                <a:gd name="connsiteY3" fmla="*/ 1597010 h 2733676"/>
                <a:gd name="connsiteX4" fmla="*/ 7 w 690590"/>
                <a:gd name="connsiteY4" fmla="*/ 2733676 h 2733676"/>
                <a:gd name="connsiteX0" fmla="*/ 82367 w 706275"/>
                <a:gd name="connsiteY0" fmla="*/ 0 h 2733676"/>
                <a:gd name="connsiteX1" fmla="*/ 187142 w 706275"/>
                <a:gd name="connsiteY1" fmla="*/ 700088 h 2733676"/>
                <a:gd name="connsiteX2" fmla="*/ 706254 w 706275"/>
                <a:gd name="connsiteY2" fmla="*/ 1238250 h 2733676"/>
                <a:gd name="connsiteX3" fmla="*/ 201428 w 706275"/>
                <a:gd name="connsiteY3" fmla="*/ 1597010 h 2733676"/>
                <a:gd name="connsiteX4" fmla="*/ 15692 w 706275"/>
                <a:gd name="connsiteY4" fmla="*/ 2733676 h 2733676"/>
                <a:gd name="connsiteX0" fmla="*/ 69448 w 693356"/>
                <a:gd name="connsiteY0" fmla="*/ 0 h 2733676"/>
                <a:gd name="connsiteX1" fmla="*/ 174223 w 693356"/>
                <a:gd name="connsiteY1" fmla="*/ 700088 h 2733676"/>
                <a:gd name="connsiteX2" fmla="*/ 693335 w 693356"/>
                <a:gd name="connsiteY2" fmla="*/ 1238250 h 2733676"/>
                <a:gd name="connsiteX3" fmla="*/ 188509 w 693356"/>
                <a:gd name="connsiteY3" fmla="*/ 1597010 h 2733676"/>
                <a:gd name="connsiteX4" fmla="*/ 2773 w 693356"/>
                <a:gd name="connsiteY4" fmla="*/ 2733676 h 2733676"/>
                <a:gd name="connsiteX0" fmla="*/ 67415 w 691323"/>
                <a:gd name="connsiteY0" fmla="*/ 0 h 2733676"/>
                <a:gd name="connsiteX1" fmla="*/ 172190 w 691323"/>
                <a:gd name="connsiteY1" fmla="*/ 700088 h 2733676"/>
                <a:gd name="connsiteX2" fmla="*/ 691302 w 691323"/>
                <a:gd name="connsiteY2" fmla="*/ 1238250 h 2733676"/>
                <a:gd name="connsiteX3" fmla="*/ 186476 w 691323"/>
                <a:gd name="connsiteY3" fmla="*/ 1597010 h 2733676"/>
                <a:gd name="connsiteX4" fmla="*/ 740 w 691323"/>
                <a:gd name="connsiteY4" fmla="*/ 2733676 h 2733676"/>
                <a:gd name="connsiteX0" fmla="*/ 82369 w 706277"/>
                <a:gd name="connsiteY0" fmla="*/ 0 h 2733676"/>
                <a:gd name="connsiteX1" fmla="*/ 187144 w 706277"/>
                <a:gd name="connsiteY1" fmla="*/ 700088 h 2733676"/>
                <a:gd name="connsiteX2" fmla="*/ 706256 w 706277"/>
                <a:gd name="connsiteY2" fmla="*/ 1238250 h 2733676"/>
                <a:gd name="connsiteX3" fmla="*/ 201430 w 706277"/>
                <a:gd name="connsiteY3" fmla="*/ 1597010 h 2733676"/>
                <a:gd name="connsiteX4" fmla="*/ 15694 w 706277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74897 w 698805"/>
                <a:gd name="connsiteY0" fmla="*/ 0 h 2733676"/>
                <a:gd name="connsiteX1" fmla="*/ 179672 w 698805"/>
                <a:gd name="connsiteY1" fmla="*/ 700088 h 2733676"/>
                <a:gd name="connsiteX2" fmla="*/ 698784 w 698805"/>
                <a:gd name="connsiteY2" fmla="*/ 1238250 h 2733676"/>
                <a:gd name="connsiteX3" fmla="*/ 193958 w 698805"/>
                <a:gd name="connsiteY3" fmla="*/ 1597010 h 2733676"/>
                <a:gd name="connsiteX4" fmla="*/ 8222 w 69880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97010 h 2733676"/>
                <a:gd name="connsiteX4" fmla="*/ 18502 w 709085"/>
                <a:gd name="connsiteY4" fmla="*/ 2733676 h 2733676"/>
                <a:gd name="connsiteX0" fmla="*/ 85177 w 709085"/>
                <a:gd name="connsiteY0" fmla="*/ 0 h 2733676"/>
                <a:gd name="connsiteX1" fmla="*/ 189952 w 709085"/>
                <a:gd name="connsiteY1" fmla="*/ 700088 h 2733676"/>
                <a:gd name="connsiteX2" fmla="*/ 709064 w 709085"/>
                <a:gd name="connsiteY2" fmla="*/ 1238250 h 2733676"/>
                <a:gd name="connsiteX3" fmla="*/ 204238 w 709085"/>
                <a:gd name="connsiteY3" fmla="*/ 1588343 h 2733676"/>
                <a:gd name="connsiteX4" fmla="*/ 18502 w 709085"/>
                <a:gd name="connsiteY4" fmla="*/ 2733676 h 2733676"/>
                <a:gd name="connsiteX0" fmla="*/ 118722 w 742630"/>
                <a:gd name="connsiteY0" fmla="*/ 0 h 2733676"/>
                <a:gd name="connsiteX1" fmla="*/ 223497 w 742630"/>
                <a:gd name="connsiteY1" fmla="*/ 700088 h 2733676"/>
                <a:gd name="connsiteX2" fmla="*/ 742609 w 742630"/>
                <a:gd name="connsiteY2" fmla="*/ 1238250 h 2733676"/>
                <a:gd name="connsiteX3" fmla="*/ 237783 w 742630"/>
                <a:gd name="connsiteY3" fmla="*/ 1588343 h 2733676"/>
                <a:gd name="connsiteX4" fmla="*/ 4855 w 742630"/>
                <a:gd name="connsiteY4" fmla="*/ 2733676 h 2733676"/>
                <a:gd name="connsiteX0" fmla="*/ 113868 w 737776"/>
                <a:gd name="connsiteY0" fmla="*/ 0 h 2733676"/>
                <a:gd name="connsiteX1" fmla="*/ 218643 w 737776"/>
                <a:gd name="connsiteY1" fmla="*/ 700088 h 2733676"/>
                <a:gd name="connsiteX2" fmla="*/ 737755 w 737776"/>
                <a:gd name="connsiteY2" fmla="*/ 1238250 h 2733676"/>
                <a:gd name="connsiteX3" fmla="*/ 232929 w 737776"/>
                <a:gd name="connsiteY3" fmla="*/ 1588343 h 2733676"/>
                <a:gd name="connsiteX4" fmla="*/ 1 w 737776"/>
                <a:gd name="connsiteY4" fmla="*/ 2733676 h 273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776" h="2733676">
                  <a:moveTo>
                    <a:pt x="113868" y="0"/>
                  </a:moveTo>
                  <a:cubicBezTo>
                    <a:pt x="114265" y="246856"/>
                    <a:pt x="114662" y="493713"/>
                    <a:pt x="218643" y="700088"/>
                  </a:cubicBezTo>
                  <a:cubicBezTo>
                    <a:pt x="322624" y="906463"/>
                    <a:pt x="735374" y="1090208"/>
                    <a:pt x="737755" y="1238250"/>
                  </a:cubicBezTo>
                  <a:cubicBezTo>
                    <a:pt x="740136" y="1386292"/>
                    <a:pt x="541551" y="1478107"/>
                    <a:pt x="232929" y="1588343"/>
                  </a:cubicBezTo>
                  <a:cubicBezTo>
                    <a:pt x="-56818" y="1650908"/>
                    <a:pt x="36962" y="2351882"/>
                    <a:pt x="1" y="2733676"/>
                  </a:cubicBezTo>
                </a:path>
              </a:pathLst>
            </a:custGeom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cxnSp>
          <p:nvCxnSpPr>
            <p:cNvPr id="108" name="Gerader Verbinder 107">
              <a:extLst>
                <a:ext uri="{FF2B5EF4-FFF2-40B4-BE49-F238E27FC236}">
                  <a16:creationId xmlns:a16="http://schemas.microsoft.com/office/drawing/2014/main" id="{16A79682-5A2A-6460-0828-3F641F19A5D3}"/>
                </a:ext>
              </a:extLst>
            </p:cNvPr>
            <p:cNvCxnSpPr>
              <a:cxnSpLocks/>
            </p:cNvCxnSpPr>
            <p:nvPr/>
          </p:nvCxnSpPr>
          <p:spPr>
            <a:xfrm>
              <a:off x="4533543" y="1346199"/>
              <a:ext cx="0" cy="4005382"/>
            </a:xfrm>
            <a:prstGeom prst="line">
              <a:avLst/>
            </a:prstGeom>
            <a:ln w="63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708C6385-69F3-C847-5B80-CA298677E69B}"/>
              </a:ext>
            </a:extLst>
          </p:cNvPr>
          <p:cNvCxnSpPr>
            <a:cxnSpLocks/>
          </p:cNvCxnSpPr>
          <p:nvPr/>
        </p:nvCxnSpPr>
        <p:spPr>
          <a:xfrm rot="10800000">
            <a:off x="283858" y="956785"/>
            <a:ext cx="0" cy="3960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feld 113">
                <a:extLst>
                  <a:ext uri="{FF2B5EF4-FFF2-40B4-BE49-F238E27FC236}">
                    <a16:creationId xmlns:a16="http://schemas.microsoft.com/office/drawing/2014/main" id="{1C29B117-0922-401A-B7EB-2BAEC264FC8D}"/>
                  </a:ext>
                </a:extLst>
              </p:cNvPr>
              <p:cNvSpPr txBox="1"/>
              <p:nvPr/>
            </p:nvSpPr>
            <p:spPr>
              <a:xfrm>
                <a:off x="2330849" y="3385571"/>
                <a:ext cx="391270" cy="774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de-AT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DE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de-AT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Textfeld 113">
                <a:extLst>
                  <a:ext uri="{FF2B5EF4-FFF2-40B4-BE49-F238E27FC236}">
                    <a16:creationId xmlns:a16="http://schemas.microsoft.com/office/drawing/2014/main" id="{1C29B117-0922-401A-B7EB-2BAEC264F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849" y="3385571"/>
                <a:ext cx="391270" cy="7745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feld 115">
                <a:extLst>
                  <a:ext uri="{FF2B5EF4-FFF2-40B4-BE49-F238E27FC236}">
                    <a16:creationId xmlns:a16="http://schemas.microsoft.com/office/drawing/2014/main" id="{F02E8655-45BC-1937-B800-9EC06A0F3F4A}"/>
                  </a:ext>
                </a:extLst>
              </p:cNvPr>
              <p:cNvSpPr txBox="1"/>
              <p:nvPr/>
            </p:nvSpPr>
            <p:spPr>
              <a:xfrm>
                <a:off x="4121663" y="1645763"/>
                <a:ext cx="1749121" cy="397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𝐴𝑢𝑓</m:t>
                          </m:r>
                        </m:sub>
                      </m:sSub>
                      <m:r>
                        <a:rPr lang="de-DE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AT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de-AT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𝑠𝑝</m:t>
                          </m:r>
                        </m:sub>
                        <m:sup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116" name="Textfeld 115">
                <a:extLst>
                  <a:ext uri="{FF2B5EF4-FFF2-40B4-BE49-F238E27FC236}">
                    <a16:creationId xmlns:a16="http://schemas.microsoft.com/office/drawing/2014/main" id="{F02E8655-45BC-1937-B800-9EC06A0F3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1663" y="1645763"/>
                <a:ext cx="1749121" cy="397096"/>
              </a:xfrm>
              <a:prstGeom prst="rect">
                <a:avLst/>
              </a:prstGeom>
              <a:blipFill>
                <a:blip r:embed="rId5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AAB9AD7F-F403-58DD-3C7A-4DAB838EC8DB}"/>
                  </a:ext>
                </a:extLst>
              </p:cNvPr>
              <p:cNvSpPr txBox="1"/>
              <p:nvPr/>
            </p:nvSpPr>
            <p:spPr>
              <a:xfrm>
                <a:off x="4121662" y="2291762"/>
                <a:ext cx="17491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sub>
                      </m:sSub>
                      <m:r>
                        <a:rPr lang="de-DE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DE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de-DE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de-DE" sz="18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𝑔</m:t>
                      </m:r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AAB9AD7F-F403-58DD-3C7A-4DAB838EC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1662" y="2291762"/>
                <a:ext cx="1749121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5B70F0D8-B26D-C6BB-6ACB-B621149B4C54}"/>
              </a:ext>
            </a:extLst>
          </p:cNvPr>
          <p:cNvCxnSpPr>
            <a:cxnSpLocks/>
          </p:cNvCxnSpPr>
          <p:nvPr/>
        </p:nvCxnSpPr>
        <p:spPr>
          <a:xfrm>
            <a:off x="2677802" y="1989580"/>
            <a:ext cx="0" cy="1512000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Ellipse 122">
            <a:extLst>
              <a:ext uri="{FF2B5EF4-FFF2-40B4-BE49-F238E27FC236}">
                <a16:creationId xmlns:a16="http://schemas.microsoft.com/office/drawing/2014/main" id="{658C127A-2F83-5A71-906F-245428B080AD}"/>
              </a:ext>
            </a:extLst>
          </p:cNvPr>
          <p:cNvSpPr/>
          <p:nvPr/>
        </p:nvSpPr>
        <p:spPr>
          <a:xfrm>
            <a:off x="4346559" y="4493097"/>
            <a:ext cx="936000" cy="936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pPr algn="ctr"/>
            <a:endParaRPr lang="de-AT" sz="2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6" name="Gerader Verbinder 125">
            <a:extLst>
              <a:ext uri="{FF2B5EF4-FFF2-40B4-BE49-F238E27FC236}">
                <a16:creationId xmlns:a16="http://schemas.microsoft.com/office/drawing/2014/main" id="{46A560C3-8290-0897-A731-367A5639D6C5}"/>
              </a:ext>
            </a:extLst>
          </p:cNvPr>
          <p:cNvCxnSpPr>
            <a:cxnSpLocks/>
          </p:cNvCxnSpPr>
          <p:nvPr/>
        </p:nvCxnSpPr>
        <p:spPr>
          <a:xfrm flipV="1">
            <a:off x="4209645" y="4104072"/>
            <a:ext cx="0" cy="82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20C729DC-8290-1771-1326-12454C507C1E}"/>
              </a:ext>
            </a:extLst>
          </p:cNvPr>
          <p:cNvCxnSpPr>
            <a:cxnSpLocks/>
          </p:cNvCxnSpPr>
          <p:nvPr/>
        </p:nvCxnSpPr>
        <p:spPr>
          <a:xfrm flipV="1">
            <a:off x="5407133" y="4104072"/>
            <a:ext cx="0" cy="828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Gerader Verbinder 129">
            <a:extLst>
              <a:ext uri="{FF2B5EF4-FFF2-40B4-BE49-F238E27FC236}">
                <a16:creationId xmlns:a16="http://schemas.microsoft.com/office/drawing/2014/main" id="{C9CB24BE-4A83-8F52-87C0-C51B77C4877F}"/>
              </a:ext>
            </a:extLst>
          </p:cNvPr>
          <p:cNvCxnSpPr>
            <a:cxnSpLocks/>
          </p:cNvCxnSpPr>
          <p:nvPr/>
        </p:nvCxnSpPr>
        <p:spPr>
          <a:xfrm flipV="1">
            <a:off x="5282559" y="4871997"/>
            <a:ext cx="0" cy="1114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Gerader Verbinder 130">
            <a:extLst>
              <a:ext uri="{FF2B5EF4-FFF2-40B4-BE49-F238E27FC236}">
                <a16:creationId xmlns:a16="http://schemas.microsoft.com/office/drawing/2014/main" id="{A400FBC2-80F5-68DF-1657-52A02AF75D3C}"/>
              </a:ext>
            </a:extLst>
          </p:cNvPr>
          <p:cNvCxnSpPr>
            <a:cxnSpLocks/>
          </p:cNvCxnSpPr>
          <p:nvPr/>
        </p:nvCxnSpPr>
        <p:spPr>
          <a:xfrm flipV="1">
            <a:off x="4353858" y="4871997"/>
            <a:ext cx="0" cy="11142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84A51327-B28E-1E2F-47DE-4260CF333456}"/>
              </a:ext>
            </a:extLst>
          </p:cNvPr>
          <p:cNvCxnSpPr>
            <a:cxnSpLocks/>
          </p:cNvCxnSpPr>
          <p:nvPr/>
        </p:nvCxnSpPr>
        <p:spPr>
          <a:xfrm>
            <a:off x="4209646" y="4191972"/>
            <a:ext cx="1193354" cy="0"/>
          </a:xfrm>
          <a:prstGeom prst="straightConnector1">
            <a:avLst/>
          </a:prstGeom>
          <a:ln w="63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Gerade Verbindung mit Pfeil 135">
            <a:extLst>
              <a:ext uri="{FF2B5EF4-FFF2-40B4-BE49-F238E27FC236}">
                <a16:creationId xmlns:a16="http://schemas.microsoft.com/office/drawing/2014/main" id="{70BCD624-A52B-6DBB-550B-AF25853406CC}"/>
              </a:ext>
            </a:extLst>
          </p:cNvPr>
          <p:cNvCxnSpPr>
            <a:cxnSpLocks/>
          </p:cNvCxnSpPr>
          <p:nvPr/>
        </p:nvCxnSpPr>
        <p:spPr>
          <a:xfrm>
            <a:off x="4353858" y="5896947"/>
            <a:ext cx="936000" cy="0"/>
          </a:xfrm>
          <a:prstGeom prst="straightConnector1">
            <a:avLst/>
          </a:prstGeom>
          <a:ln w="63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feld 137">
                <a:extLst>
                  <a:ext uri="{FF2B5EF4-FFF2-40B4-BE49-F238E27FC236}">
                    <a16:creationId xmlns:a16="http://schemas.microsoft.com/office/drawing/2014/main" id="{80C2D1E8-9B65-D1A7-4DDB-47BDB3FF971A}"/>
                  </a:ext>
                </a:extLst>
              </p:cNvPr>
              <p:cNvSpPr txBox="1"/>
              <p:nvPr/>
            </p:nvSpPr>
            <p:spPr>
              <a:xfrm>
                <a:off x="4589952" y="3797773"/>
                <a:ext cx="5434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AT"/>
                            <m:t>Ø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138" name="Textfeld 137">
                <a:extLst>
                  <a:ext uri="{FF2B5EF4-FFF2-40B4-BE49-F238E27FC236}">
                    <a16:creationId xmlns:a16="http://schemas.microsoft.com/office/drawing/2014/main" id="{80C2D1E8-9B65-D1A7-4DDB-47BDB3FF9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9952" y="3797773"/>
                <a:ext cx="54341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feld 138">
                <a:extLst>
                  <a:ext uri="{FF2B5EF4-FFF2-40B4-BE49-F238E27FC236}">
                    <a16:creationId xmlns:a16="http://schemas.microsoft.com/office/drawing/2014/main" id="{861E0CCC-ED85-567D-547F-DDD4B4C66A82}"/>
                  </a:ext>
                </a:extLst>
              </p:cNvPr>
              <p:cNvSpPr txBox="1"/>
              <p:nvPr/>
            </p:nvSpPr>
            <p:spPr>
              <a:xfrm>
                <a:off x="4596526" y="5532335"/>
                <a:ext cx="5434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AT"/>
                            <m:t>Ø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139" name="Textfeld 138">
                <a:extLst>
                  <a:ext uri="{FF2B5EF4-FFF2-40B4-BE49-F238E27FC236}">
                    <a16:creationId xmlns:a16="http://schemas.microsoft.com/office/drawing/2014/main" id="{861E0CCC-ED85-567D-547F-DDD4B4C66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6526" y="5532335"/>
                <a:ext cx="543410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Der Fan-symbol. Lüfter, Ventilator, Gebläse, Propeller-symbol. Wohnung  Vector Illustration Lizenzfrei Nutzbare SVG, Vektorgrafiken, Clip Arts,  Illustrationen. Image 42395537.">
            <a:extLst>
              <a:ext uri="{FF2B5EF4-FFF2-40B4-BE49-F238E27FC236}">
                <a16:creationId xmlns:a16="http://schemas.microsoft.com/office/drawing/2014/main" id="{AB6D7BF4-AEF0-FAB5-E3C5-F5C69A7F0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668" y="5136608"/>
            <a:ext cx="1444358" cy="46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6" name="Gruppieren 145">
            <a:extLst>
              <a:ext uri="{FF2B5EF4-FFF2-40B4-BE49-F238E27FC236}">
                <a16:creationId xmlns:a16="http://schemas.microsoft.com/office/drawing/2014/main" id="{C2ED6417-1894-4EC3-BC11-294998363550}"/>
              </a:ext>
            </a:extLst>
          </p:cNvPr>
          <p:cNvGrpSpPr/>
          <p:nvPr/>
        </p:nvGrpSpPr>
        <p:grpSpPr>
          <a:xfrm>
            <a:off x="1943359" y="966308"/>
            <a:ext cx="164474" cy="4760304"/>
            <a:chOff x="2143384" y="1633058"/>
            <a:chExt cx="164474" cy="4760304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02B667DC-EA51-A9CE-0E74-E5C03DBBC24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307858" y="1633058"/>
              <a:ext cx="0" cy="3960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Gerader Verbinder 140">
              <a:extLst>
                <a:ext uri="{FF2B5EF4-FFF2-40B4-BE49-F238E27FC236}">
                  <a16:creationId xmlns:a16="http://schemas.microsoft.com/office/drawing/2014/main" id="{F181C9C5-A87E-839C-A0AA-1BD28A632D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3384" y="5586171"/>
              <a:ext cx="164473" cy="447191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Gerader Verbinder 144">
              <a:extLst>
                <a:ext uri="{FF2B5EF4-FFF2-40B4-BE49-F238E27FC236}">
                  <a16:creationId xmlns:a16="http://schemas.microsoft.com/office/drawing/2014/main" id="{C5886AD3-16BB-B74C-9653-41D089066A7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145423" y="6033362"/>
              <a:ext cx="0" cy="360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uppieren 146">
            <a:extLst>
              <a:ext uri="{FF2B5EF4-FFF2-40B4-BE49-F238E27FC236}">
                <a16:creationId xmlns:a16="http://schemas.microsoft.com/office/drawing/2014/main" id="{C70BB1C5-8A33-CC2C-0072-13ECAFE71664}"/>
              </a:ext>
            </a:extLst>
          </p:cNvPr>
          <p:cNvGrpSpPr/>
          <p:nvPr/>
        </p:nvGrpSpPr>
        <p:grpSpPr>
          <a:xfrm flipH="1">
            <a:off x="3247227" y="966308"/>
            <a:ext cx="164474" cy="4760304"/>
            <a:chOff x="2143384" y="1633058"/>
            <a:chExt cx="164474" cy="4760304"/>
          </a:xfrm>
        </p:grpSpPr>
        <p:cxnSp>
          <p:nvCxnSpPr>
            <p:cNvPr id="148" name="Gerader Verbinder 147">
              <a:extLst>
                <a:ext uri="{FF2B5EF4-FFF2-40B4-BE49-F238E27FC236}">
                  <a16:creationId xmlns:a16="http://schemas.microsoft.com/office/drawing/2014/main" id="{38D97D5A-65B3-B913-EB85-D4CAEAABD7E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307858" y="1633058"/>
              <a:ext cx="0" cy="3960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Gerader Verbinder 148">
              <a:extLst>
                <a:ext uri="{FF2B5EF4-FFF2-40B4-BE49-F238E27FC236}">
                  <a16:creationId xmlns:a16="http://schemas.microsoft.com/office/drawing/2014/main" id="{B00F3120-50B5-EF5A-BC9F-1557B511FA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3384" y="5586171"/>
              <a:ext cx="164473" cy="447191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Gerader Verbinder 149">
              <a:extLst>
                <a:ext uri="{FF2B5EF4-FFF2-40B4-BE49-F238E27FC236}">
                  <a16:creationId xmlns:a16="http://schemas.microsoft.com/office/drawing/2014/main" id="{CF38B2D0-B4A4-F544-F9F6-9003BD816CD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145423" y="6033362"/>
              <a:ext cx="0" cy="360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Bogen 150">
            <a:extLst>
              <a:ext uri="{FF2B5EF4-FFF2-40B4-BE49-F238E27FC236}">
                <a16:creationId xmlns:a16="http://schemas.microsoft.com/office/drawing/2014/main" id="{F77C082A-CA84-5CEB-E71D-6B54E1E70AD4}"/>
              </a:ext>
            </a:extLst>
          </p:cNvPr>
          <p:cNvSpPr/>
          <p:nvPr/>
        </p:nvSpPr>
        <p:spPr>
          <a:xfrm flipV="1">
            <a:off x="2156461" y="5366612"/>
            <a:ext cx="903631" cy="359999"/>
          </a:xfrm>
          <a:prstGeom prst="arc">
            <a:avLst/>
          </a:prstGeom>
          <a:ln w="15875">
            <a:solidFill>
              <a:schemeClr val="tx1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feld 152">
                <a:extLst>
                  <a:ext uri="{FF2B5EF4-FFF2-40B4-BE49-F238E27FC236}">
                    <a16:creationId xmlns:a16="http://schemas.microsoft.com/office/drawing/2014/main" id="{2E0ED676-F607-623E-D12C-38C5BB77687B}"/>
                  </a:ext>
                </a:extLst>
              </p:cNvPr>
              <p:cNvSpPr txBox="1"/>
              <p:nvPr/>
            </p:nvSpPr>
            <p:spPr>
              <a:xfrm>
                <a:off x="2796257" y="5677074"/>
                <a:ext cx="527670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m:rPr>
                              <m:nor/>
                            </m:rPr>
                            <a:rPr lang="el-GR"/>
                            <m:t>φ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153" name="Textfeld 152">
                <a:extLst>
                  <a:ext uri="{FF2B5EF4-FFF2-40B4-BE49-F238E27FC236}">
                    <a16:creationId xmlns:a16="http://schemas.microsoft.com/office/drawing/2014/main" id="{2E0ED676-F607-623E-D12C-38C5BB776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257" y="5677074"/>
                <a:ext cx="527670" cy="6182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feld 156">
                <a:extLst>
                  <a:ext uri="{FF2B5EF4-FFF2-40B4-BE49-F238E27FC236}">
                    <a16:creationId xmlns:a16="http://schemas.microsoft.com/office/drawing/2014/main" id="{6A88656E-C6EC-96CA-58C9-A5975FBC734B}"/>
                  </a:ext>
                </a:extLst>
              </p:cNvPr>
              <p:cNvSpPr txBox="1"/>
              <p:nvPr/>
            </p:nvSpPr>
            <p:spPr>
              <a:xfrm>
                <a:off x="2830875" y="1412269"/>
                <a:ext cx="475759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𝑑𝑠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157" name="Textfeld 156">
                <a:extLst>
                  <a:ext uri="{FF2B5EF4-FFF2-40B4-BE49-F238E27FC236}">
                    <a16:creationId xmlns:a16="http://schemas.microsoft.com/office/drawing/2014/main" id="{6A88656E-C6EC-96CA-58C9-A5975FBC7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875" y="1412269"/>
                <a:ext cx="475759" cy="6182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9" name="Gerader Verbinder 158">
            <a:extLst>
              <a:ext uri="{FF2B5EF4-FFF2-40B4-BE49-F238E27FC236}">
                <a16:creationId xmlns:a16="http://schemas.microsoft.com/office/drawing/2014/main" id="{ECA9120E-348B-A294-74B0-DC129C4F78D5}"/>
              </a:ext>
            </a:extLst>
          </p:cNvPr>
          <p:cNvCxnSpPr>
            <a:cxnSpLocks/>
            <a:stCxn id="86" idx="6"/>
          </p:cNvCxnSpPr>
          <p:nvPr/>
        </p:nvCxnSpPr>
        <p:spPr>
          <a:xfrm>
            <a:off x="2731802" y="2800058"/>
            <a:ext cx="251374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Gerade Verbindung mit Pfeil 160">
            <a:extLst>
              <a:ext uri="{FF2B5EF4-FFF2-40B4-BE49-F238E27FC236}">
                <a16:creationId xmlns:a16="http://schemas.microsoft.com/office/drawing/2014/main" id="{525CE1C6-2412-C363-69D4-93514B1349CC}"/>
              </a:ext>
            </a:extLst>
          </p:cNvPr>
          <p:cNvCxnSpPr>
            <a:cxnSpLocks/>
          </p:cNvCxnSpPr>
          <p:nvPr/>
        </p:nvCxnSpPr>
        <p:spPr>
          <a:xfrm>
            <a:off x="2983176" y="1990058"/>
            <a:ext cx="0" cy="828000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feld 162">
                <a:extLst>
                  <a:ext uri="{FF2B5EF4-FFF2-40B4-BE49-F238E27FC236}">
                    <a16:creationId xmlns:a16="http://schemas.microsoft.com/office/drawing/2014/main" id="{1A90E3CB-28FA-1A08-18CD-D574D3F602D6}"/>
                  </a:ext>
                </a:extLst>
              </p:cNvPr>
              <p:cNvSpPr txBox="1"/>
              <p:nvPr/>
            </p:nvSpPr>
            <p:spPr>
              <a:xfrm>
                <a:off x="6000750" y="5143016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AT" sz="12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de-DE" sz="1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de-AT" sz="1200" dirty="0"/>
                  <a:t>…linearer Zusammenhang zwischen Lüfterdrehzahl und resultierendem Luftstrom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AT" sz="12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de-DE" sz="1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de-AT" sz="1200" dirty="0"/>
                  <a:t>…proportionaler Faktor für den resultierenden Auftrieb eines kugelförmigen Körpers</a:t>
                </a:r>
              </a:p>
            </p:txBody>
          </p:sp>
        </mc:Choice>
        <mc:Fallback xmlns="">
          <p:sp>
            <p:nvSpPr>
              <p:cNvPr id="163" name="Textfeld 162">
                <a:extLst>
                  <a:ext uri="{FF2B5EF4-FFF2-40B4-BE49-F238E27FC236}">
                    <a16:creationId xmlns:a16="http://schemas.microsoft.com/office/drawing/2014/main" id="{1A90E3CB-28FA-1A08-18CD-D574D3F60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50" y="5143016"/>
                <a:ext cx="6096000" cy="461665"/>
              </a:xfrm>
              <a:prstGeom prst="rect">
                <a:avLst/>
              </a:prstGeom>
              <a:blipFill>
                <a:blip r:embed="rId12"/>
                <a:stretch>
                  <a:fillRect t="-2667" b="-9333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F6287EAD-F7C0-8A59-43D2-0F54FB7E9310}"/>
                  </a:ext>
                </a:extLst>
              </p:cNvPr>
              <p:cNvSpPr txBox="1"/>
              <p:nvPr/>
            </p:nvSpPr>
            <p:spPr>
              <a:xfrm>
                <a:off x="6000750" y="6308703"/>
                <a:ext cx="60960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𝐵𝑒𝑚𝑒𝑟𝑘𝑢𝑛𝑔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𝑒𝑠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𝑤𝑒𝑟𝑑𝑒𝑛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𝑒𝑖𝑛𝑒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𝑙𝑎𝑚𝑖𝑛𝑎𝑟𝑒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𝑆𝑡𝑟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ö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𝑚𝑢𝑛𝑔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𝑢𝑛𝑑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𝑅𝑒𝑖𝑏𝑢𝑛𝑔𝑠𝑓𝑟𝑒𝑖h𝑒𝑖𝑡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𝑎𝑛𝑔𝑒𝑛𝑜𝑚𝑚𝑒𝑛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AT" sz="12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F6287EAD-F7C0-8A59-43D2-0F54FB7E9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50" y="6308703"/>
                <a:ext cx="6096000" cy="276999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0453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43130"/>
            <a:ext cx="7603200" cy="567811"/>
          </a:xfrm>
        </p:spPr>
        <p:txBody>
          <a:bodyPr/>
          <a:lstStyle/>
          <a:p>
            <a:r>
              <a:rPr lang="en-US" dirty="0" err="1"/>
              <a:t>Übertragungsfunktion</a:t>
            </a:r>
            <a:r>
              <a:rPr lang="en-US" dirty="0"/>
              <a:t> </a:t>
            </a:r>
            <a:r>
              <a:rPr lang="en-US" dirty="0" err="1"/>
              <a:t>Lüfter</a:t>
            </a:r>
            <a:r>
              <a:rPr lang="en-US" dirty="0"/>
              <a:t> - KV</a:t>
            </a:r>
            <a:endParaRPr 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4D6FF41-9B77-B0AF-842C-CA597BF1A720}"/>
                  </a:ext>
                </a:extLst>
              </p:cNvPr>
              <p:cNvSpPr txBox="1"/>
              <p:nvPr/>
            </p:nvSpPr>
            <p:spPr>
              <a:xfrm>
                <a:off x="7679531" y="1257738"/>
                <a:ext cx="3950494" cy="9330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180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𝐴𝑢𝑓</m:t>
                          </m:r>
                        </m:sub>
                      </m:sSub>
                      <m:r>
                        <a:rPr lang="de-DE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AT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de-DE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de-AT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AT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AT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AT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  <m:f>
                                    <m:f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l-GR"/>
                                        <m:t>φ</m:t>
                                      </m:r>
                                    </m:num>
                                    <m:den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AT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  <m:f>
                                    <m:f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𝑑𝑠</m:t>
                                      </m:r>
                                    </m:num>
                                    <m:den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num>
                                <m:den>
                                  <m:sSub>
                                    <m:sSubPr>
                                      <m:ctrlPr>
                                        <a:rPr lang="de-AT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4D6FF41-9B77-B0AF-842C-CA597BF1A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531" y="1257738"/>
                <a:ext cx="3950494" cy="9330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lipse 4">
            <a:extLst>
              <a:ext uri="{FF2B5EF4-FFF2-40B4-BE49-F238E27FC236}">
                <a16:creationId xmlns:a16="http://schemas.microsoft.com/office/drawing/2014/main" id="{60D93BA7-EF20-9410-BDEA-ABDF8111012D}"/>
              </a:ext>
            </a:extLst>
          </p:cNvPr>
          <p:cNvSpPr/>
          <p:nvPr/>
        </p:nvSpPr>
        <p:spPr>
          <a:xfrm>
            <a:off x="9220200" y="1218543"/>
            <a:ext cx="914400" cy="781269"/>
          </a:xfrm>
          <a:prstGeom prst="ellipse">
            <a:avLst/>
          </a:prstGeom>
          <a:noFill/>
          <a:ln w="254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pPr algn="ctr"/>
            <a:endParaRPr lang="de-AT" sz="2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12F2619-8C27-81FF-31CB-C3D22895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69" y="681366"/>
            <a:ext cx="5815919" cy="2371506"/>
          </a:xfrm>
          <a:prstGeom prst="rect">
            <a:avLst/>
          </a:prstGeom>
        </p:spPr>
      </p:pic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10A21A4A-707B-0E8B-0EFA-8034369161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6035837"/>
              </p:ext>
            </p:extLst>
          </p:nvPr>
        </p:nvGraphicFramePr>
        <p:xfrm>
          <a:off x="640169" y="330517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B46E5102-5DC4-0A3E-D2FB-9231AA773F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9563632"/>
              </p:ext>
            </p:extLst>
          </p:nvPr>
        </p:nvGraphicFramePr>
        <p:xfrm>
          <a:off x="5972174" y="3429000"/>
          <a:ext cx="463867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093876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43130"/>
            <a:ext cx="7603200" cy="567811"/>
          </a:xfrm>
        </p:spPr>
        <p:txBody>
          <a:bodyPr/>
          <a:lstStyle/>
          <a:p>
            <a:r>
              <a:rPr lang="en-US" dirty="0" err="1"/>
              <a:t>Übertragungsfunktion</a:t>
            </a:r>
            <a:r>
              <a:rPr lang="en-US" dirty="0"/>
              <a:t> </a:t>
            </a:r>
            <a:r>
              <a:rPr lang="en-US" dirty="0" err="1"/>
              <a:t>Lüfter</a:t>
            </a:r>
            <a:r>
              <a:rPr lang="en-US" dirty="0"/>
              <a:t> (PT1)</a:t>
            </a:r>
            <a:endParaRPr lang="en-US" u="sng" dirty="0"/>
          </a:p>
        </p:txBody>
      </p:sp>
      <p:graphicFrame>
        <p:nvGraphicFramePr>
          <p:cNvPr id="10" name="Diagramm 9">
            <a:extLst>
              <a:ext uri="{FF2B5EF4-FFF2-40B4-BE49-F238E27FC236}">
                <a16:creationId xmlns:a16="http://schemas.microsoft.com/office/drawing/2014/main" id="{6FF0F83D-063A-493E-82E3-A08A0510AB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5349800"/>
              </p:ext>
            </p:extLst>
          </p:nvPr>
        </p:nvGraphicFramePr>
        <p:xfrm>
          <a:off x="19050" y="1293238"/>
          <a:ext cx="8562975" cy="4100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99BD7112-503F-2711-AF0D-BB401DCB0C2D}"/>
              </a:ext>
            </a:extLst>
          </p:cNvPr>
          <p:cNvGrpSpPr/>
          <p:nvPr/>
        </p:nvGrpSpPr>
        <p:grpSpPr>
          <a:xfrm>
            <a:off x="309562" y="2750563"/>
            <a:ext cx="8029575" cy="2335650"/>
            <a:chOff x="342900" y="1457325"/>
            <a:chExt cx="8029575" cy="2335650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444D46-6C2E-1CEF-9B0D-DAD389F1E87E}"/>
                </a:ext>
              </a:extLst>
            </p:cNvPr>
            <p:cNvCxnSpPr/>
            <p:nvPr/>
          </p:nvCxnSpPr>
          <p:spPr>
            <a:xfrm flipH="1">
              <a:off x="342900" y="1457325"/>
              <a:ext cx="8020050" cy="0"/>
            </a:xfrm>
            <a:prstGeom prst="line">
              <a:avLst/>
            </a:prstGeom>
            <a:ln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A07D986A-2A00-3658-C876-375ECB8106B1}"/>
                </a:ext>
              </a:extLst>
            </p:cNvPr>
            <p:cNvCxnSpPr/>
            <p:nvPr/>
          </p:nvCxnSpPr>
          <p:spPr>
            <a:xfrm>
              <a:off x="2571750" y="3524250"/>
              <a:ext cx="1260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C9770547-D30F-49D3-BA11-412710DC6EAB}"/>
                </a:ext>
              </a:extLst>
            </p:cNvPr>
            <p:cNvCxnSpPr/>
            <p:nvPr/>
          </p:nvCxnSpPr>
          <p:spPr>
            <a:xfrm flipH="1">
              <a:off x="342900" y="3190875"/>
              <a:ext cx="8020050" cy="0"/>
            </a:xfrm>
            <a:prstGeom prst="line">
              <a:avLst/>
            </a:prstGeom>
            <a:ln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6E5FCFEA-B95F-4F44-8916-AF032DD915AF}"/>
                </a:ext>
              </a:extLst>
            </p:cNvPr>
            <p:cNvCxnSpPr/>
            <p:nvPr/>
          </p:nvCxnSpPr>
          <p:spPr>
            <a:xfrm rot="5400000" flipH="1">
              <a:off x="2804100" y="2748975"/>
              <a:ext cx="2088000" cy="0"/>
            </a:xfrm>
            <a:prstGeom prst="line">
              <a:avLst/>
            </a:prstGeom>
            <a:ln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6D299116-649B-4359-B2C2-725B8CA3A3BB}"/>
                </a:ext>
              </a:extLst>
            </p:cNvPr>
            <p:cNvCxnSpPr/>
            <p:nvPr/>
          </p:nvCxnSpPr>
          <p:spPr>
            <a:xfrm flipH="1">
              <a:off x="352425" y="2057400"/>
              <a:ext cx="8020050" cy="0"/>
            </a:xfrm>
            <a:prstGeom prst="line">
              <a:avLst/>
            </a:prstGeom>
            <a:ln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">
              <a:extLst>
                <a:ext uri="{FF2B5EF4-FFF2-40B4-BE49-F238E27FC236}">
                  <a16:creationId xmlns:a16="http://schemas.microsoft.com/office/drawing/2014/main" id="{B7DA388A-5904-3772-3B5C-E4FE7AF51531}"/>
                </a:ext>
              </a:extLst>
            </p:cNvPr>
            <p:cNvSpPr txBox="1"/>
            <p:nvPr/>
          </p:nvSpPr>
          <p:spPr>
            <a:xfrm>
              <a:off x="2967040" y="3267076"/>
              <a:ext cx="142872" cy="247647"/>
            </a:xfrm>
            <a:prstGeom prst="rect">
              <a:avLst/>
            </a:prstGeom>
            <a:solidFill>
              <a:schemeClr val="lt1"/>
            </a:solidFill>
            <a:ln w="9525" cmpd="sng"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lIns="36000" rIns="36000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AT" sz="1100" dirty="0">
                  <a:solidFill>
                    <a:srgbClr val="FF0000"/>
                  </a:solidFill>
                </a:rPr>
                <a:t>T</a:t>
              </a:r>
            </a:p>
          </p:txBody>
        </p: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27B2C7C0-5E03-4639-9EC8-7988AF950C1A}"/>
                </a:ext>
              </a:extLst>
            </p:cNvPr>
            <p:cNvCxnSpPr/>
            <p:nvPr/>
          </p:nvCxnSpPr>
          <p:spPr>
            <a:xfrm rot="16200000">
              <a:off x="1653150" y="2615175"/>
              <a:ext cx="1116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3">
              <a:extLst>
                <a:ext uri="{FF2B5EF4-FFF2-40B4-BE49-F238E27FC236}">
                  <a16:creationId xmlns:a16="http://schemas.microsoft.com/office/drawing/2014/main" id="{EA679E3C-18D3-463A-8B22-6A65AA09C61E}"/>
                </a:ext>
              </a:extLst>
            </p:cNvPr>
            <p:cNvSpPr txBox="1"/>
            <p:nvPr/>
          </p:nvSpPr>
          <p:spPr>
            <a:xfrm>
              <a:off x="1338266" y="2466976"/>
              <a:ext cx="757236" cy="257174"/>
            </a:xfrm>
            <a:prstGeom prst="rect">
              <a:avLst/>
            </a:prstGeom>
            <a:solidFill>
              <a:schemeClr val="lt1"/>
            </a:solidFill>
            <a:ln w="9525" cmpd="sng"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lIns="36000" rIns="36000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AT" sz="1100" dirty="0">
                  <a:solidFill>
                    <a:srgbClr val="FF0000"/>
                  </a:solidFill>
                </a:rPr>
                <a:t>X</a:t>
              </a:r>
              <a:r>
                <a:rPr lang="de-AT" sz="1100" baseline="-25000" dirty="0">
                  <a:solidFill>
                    <a:srgbClr val="FF0000"/>
                  </a:solidFill>
                </a:rPr>
                <a:t>a</a:t>
              </a:r>
              <a:r>
                <a:rPr lang="de-AT" sz="1100" dirty="0">
                  <a:solidFill>
                    <a:srgbClr val="FF0000"/>
                  </a:solidFill>
                </a:rPr>
                <a:t> (63%)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FE9F088-6BD9-C77C-3CF2-2A8AD6BC7146}"/>
                  </a:ext>
                </a:extLst>
              </p:cNvPr>
              <p:cNvSpPr txBox="1"/>
              <p:nvPr/>
            </p:nvSpPr>
            <p:spPr>
              <a:xfrm>
                <a:off x="8731725" y="1220591"/>
                <a:ext cx="2112951" cy="4468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AT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AT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A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de-A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de-AT" dirty="0"/>
                  <a:t> </a:t>
                </a:r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FE9F088-6BD9-C77C-3CF2-2A8AD6BC7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725" y="1220591"/>
                <a:ext cx="2112951" cy="446854"/>
              </a:xfrm>
              <a:prstGeom prst="rect">
                <a:avLst/>
              </a:prstGeom>
              <a:blipFill>
                <a:blip r:embed="rId3"/>
                <a:stretch>
                  <a:fillRect l="-3746" b="-8108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A81A432F-0C4F-FA04-E5E9-6E736E118A8F}"/>
                  </a:ext>
                </a:extLst>
              </p:cNvPr>
              <p:cNvSpPr txBox="1"/>
              <p:nvPr/>
            </p:nvSpPr>
            <p:spPr>
              <a:xfrm>
                <a:off x="8721344" y="1883522"/>
                <a:ext cx="2218236" cy="572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de-AT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A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AT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A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de-A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de-AT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190−50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100%</m:t>
                          </m:r>
                        </m:den>
                      </m:f>
                    </m:oMath>
                  </m:oMathPara>
                </a14:m>
                <a:endParaRPr lang="de-AT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A81A432F-0C4F-FA04-E5E9-6E736E118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1344" y="1883522"/>
                <a:ext cx="2218236" cy="572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7269D60A-FBEA-EC7A-EA40-E08C26A220AE}"/>
                  </a:ext>
                </a:extLst>
              </p:cNvPr>
              <p:cNvSpPr txBox="1"/>
              <p:nvPr/>
            </p:nvSpPr>
            <p:spPr>
              <a:xfrm>
                <a:off x="8721344" y="2623087"/>
                <a:ext cx="9242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de-AT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AT" dirty="0"/>
                  <a:t> 140</a:t>
                </a:r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7269D60A-FBEA-EC7A-EA40-E08C26A22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1344" y="2623087"/>
                <a:ext cx="924292" cy="276999"/>
              </a:xfrm>
              <a:prstGeom prst="rect">
                <a:avLst/>
              </a:prstGeom>
              <a:blipFill>
                <a:blip r:embed="rId5"/>
                <a:stretch>
                  <a:fillRect l="-9272" t="-28261" r="-14570" b="-50000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90722412-433A-42BC-22EA-890E8213E850}"/>
                  </a:ext>
                </a:extLst>
              </p:cNvPr>
              <p:cNvSpPr txBox="1"/>
              <p:nvPr/>
            </p:nvSpPr>
            <p:spPr>
              <a:xfrm>
                <a:off x="8730781" y="3710600"/>
                <a:ext cx="837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AT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AT" dirty="0"/>
                  <a:t> 1,6</a:t>
                </a:r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90722412-433A-42BC-22EA-890E8213E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781" y="3710600"/>
                <a:ext cx="837024" cy="276999"/>
              </a:xfrm>
              <a:prstGeom prst="rect">
                <a:avLst/>
              </a:prstGeom>
              <a:blipFill>
                <a:blip r:embed="rId6"/>
                <a:stretch>
                  <a:fillRect l="-9420" t="-28889" r="-15942" b="-51111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88B074C2-8016-9913-5A6D-A89A0D2E07D1}"/>
                  </a:ext>
                </a:extLst>
              </p:cNvPr>
              <p:cNvSpPr txBox="1"/>
              <p:nvPr/>
            </p:nvSpPr>
            <p:spPr>
              <a:xfrm>
                <a:off x="8700883" y="4200291"/>
                <a:ext cx="2174634" cy="446854"/>
              </a:xfrm>
              <a:prstGeom prst="rect">
                <a:avLst/>
              </a:prstGeom>
              <a:noFill/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AT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AT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A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de-A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140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1+1,6∗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de-AT" dirty="0"/>
                  <a:t> </a:t>
                </a:r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88B074C2-8016-9913-5A6D-A89A0D2E0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883" y="4200291"/>
                <a:ext cx="2174634" cy="4468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E3483E35-D7BD-743B-51E4-F1CF7EAB7973}"/>
                  </a:ext>
                </a:extLst>
              </p:cNvPr>
              <p:cNvSpPr txBox="1"/>
              <p:nvPr/>
            </p:nvSpPr>
            <p:spPr>
              <a:xfrm>
                <a:off x="8715375" y="3171421"/>
                <a:ext cx="345074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(63%)</m:t>
                    </m:r>
                    <m:r>
                      <a:rPr lang="de-AT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A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de-AT" dirty="0"/>
                  <a:t>*0,63 + 50 = 138</a:t>
                </a:r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E3483E35-D7BD-743B-51E4-F1CF7EAB7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5375" y="3171421"/>
                <a:ext cx="3450749" cy="276999"/>
              </a:xfrm>
              <a:prstGeom prst="rect">
                <a:avLst/>
              </a:prstGeom>
              <a:blipFill>
                <a:blip r:embed="rId8"/>
                <a:stretch>
                  <a:fillRect l="-2473" t="-28261" b="-50000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9303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fik 26">
            <a:extLst>
              <a:ext uri="{FF2B5EF4-FFF2-40B4-BE49-F238E27FC236}">
                <a16:creationId xmlns:a16="http://schemas.microsoft.com/office/drawing/2014/main" id="{6B281BAB-FB9D-10F1-0EAA-74BE9A602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8184" y="2814001"/>
            <a:ext cx="8658225" cy="26860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C9AFB49-1686-71D0-48A2-37E5A348F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Lüftermodel in Simulink</a:t>
            </a:r>
            <a:endParaRPr lang="de-AT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08B6AD57-DDC3-0971-885D-B7B2D9BDC9BE}"/>
              </a:ext>
            </a:extLst>
          </p:cNvPr>
          <p:cNvGrpSpPr/>
          <p:nvPr/>
        </p:nvGrpSpPr>
        <p:grpSpPr>
          <a:xfrm>
            <a:off x="1801330" y="907861"/>
            <a:ext cx="5076826" cy="4835477"/>
            <a:chOff x="1172680" y="907861"/>
            <a:chExt cx="5076826" cy="4835477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960FE2B5-3201-D11B-7564-69A02FA7B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47950" y="907861"/>
              <a:ext cx="2752725" cy="1257300"/>
            </a:xfrm>
            <a:prstGeom prst="rect">
              <a:avLst/>
            </a:prstGeom>
          </p:spPr>
        </p:pic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5131D6DC-F4A9-8ACA-32E5-4F546675D111}"/>
                </a:ext>
              </a:extLst>
            </p:cNvPr>
            <p:cNvSpPr/>
            <p:nvPr/>
          </p:nvSpPr>
          <p:spPr>
            <a:xfrm>
              <a:off x="1172680" y="3214451"/>
              <a:ext cx="1885950" cy="1347787"/>
            </a:xfrm>
            <a:prstGeom prst="rect">
              <a:avLst/>
            </a:prstGeom>
            <a:noFill/>
            <a:ln w="28575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4000" rtlCol="0" anchor="ctr"/>
            <a:lstStyle/>
            <a:p>
              <a:pPr algn="ctr"/>
              <a:endParaRPr lang="de-AT" sz="2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EC017103-F902-EDCA-C4FD-FC77664FA206}"/>
                </a:ext>
              </a:extLst>
            </p:cNvPr>
            <p:cNvSpPr/>
            <p:nvPr/>
          </p:nvSpPr>
          <p:spPr>
            <a:xfrm>
              <a:off x="4020656" y="3328514"/>
              <a:ext cx="2228850" cy="1943100"/>
            </a:xfrm>
            <a:prstGeom prst="rect">
              <a:avLst/>
            </a:prstGeom>
            <a:noFill/>
            <a:ln w="28575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4000" rtlCol="0" anchor="ctr"/>
            <a:lstStyle/>
            <a:p>
              <a:pPr algn="ctr"/>
              <a:endParaRPr lang="de-AT" sz="2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83C5822B-CAA9-3186-8126-B3E54F43FE0C}"/>
                </a:ext>
              </a:extLst>
            </p:cNvPr>
            <p:cNvSpPr/>
            <p:nvPr/>
          </p:nvSpPr>
          <p:spPr>
            <a:xfrm>
              <a:off x="1172680" y="4714638"/>
              <a:ext cx="1885950" cy="1028700"/>
            </a:xfrm>
            <a:prstGeom prst="rect">
              <a:avLst/>
            </a:prstGeom>
            <a:noFill/>
            <a:ln w="28575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4000" rtlCol="0" anchor="ctr"/>
            <a:lstStyle/>
            <a:p>
              <a:pPr algn="ctr"/>
              <a:endParaRPr lang="de-AT" sz="2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96B013D-C2FC-51CA-1DEB-6F6BEEEA8BED}"/>
                </a:ext>
              </a:extLst>
            </p:cNvPr>
            <p:cNvSpPr txBox="1"/>
            <p:nvPr/>
          </p:nvSpPr>
          <p:spPr>
            <a:xfrm>
              <a:off x="1182205" y="5342128"/>
              <a:ext cx="18859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Drehzahl bei 0% PWM</a:t>
              </a:r>
              <a:endParaRPr lang="de-AT" sz="1200" dirty="0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6F137FDA-E982-DC48-541B-A6D05EE13FDE}"/>
                </a:ext>
              </a:extLst>
            </p:cNvPr>
            <p:cNvSpPr txBox="1"/>
            <p:nvPr/>
          </p:nvSpPr>
          <p:spPr>
            <a:xfrm>
              <a:off x="1203636" y="3278893"/>
              <a:ext cx="16525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Übertragungsfunktion Lüfter</a:t>
              </a:r>
              <a:endParaRPr lang="de-AT" sz="1200" dirty="0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397FBADA-286E-297E-22C7-28879C384441}"/>
                </a:ext>
              </a:extLst>
            </p:cNvPr>
            <p:cNvSpPr txBox="1"/>
            <p:nvPr/>
          </p:nvSpPr>
          <p:spPr>
            <a:xfrm>
              <a:off x="4011130" y="3331430"/>
              <a:ext cx="22288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Lineare Übertragung der Drehzahl in Volumenstrom</a:t>
              </a:r>
              <a:endParaRPr lang="de-AT" sz="1200" dirty="0"/>
            </a:p>
          </p:txBody>
        </p: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CABE6BAD-A6FD-477C-7AAA-3AC0929F810C}"/>
                </a:ext>
              </a:extLst>
            </p:cNvPr>
            <p:cNvCxnSpPr/>
            <p:nvPr/>
          </p:nvCxnSpPr>
          <p:spPr>
            <a:xfrm flipH="1">
              <a:off x="1887055" y="1943100"/>
              <a:ext cx="1085850" cy="81915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F6335C3B-BB3C-CA8B-E84C-1C2DB10B6A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3655" y="1943100"/>
              <a:ext cx="1085850" cy="81915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Grafik 21">
            <a:extLst>
              <a:ext uri="{FF2B5EF4-FFF2-40B4-BE49-F238E27FC236}">
                <a16:creationId xmlns:a16="http://schemas.microsoft.com/office/drawing/2014/main" id="{80BDDA67-E612-512F-EDD1-83B609486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0" y="935763"/>
            <a:ext cx="3754529" cy="22152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1B1FAC8-B287-C327-0C6E-BFED9863C38B}"/>
                  </a:ext>
                </a:extLst>
              </p:cNvPr>
              <p:cNvSpPr txBox="1"/>
              <p:nvPr/>
            </p:nvSpPr>
            <p:spPr>
              <a:xfrm>
                <a:off x="325869" y="1124687"/>
                <a:ext cx="1442639" cy="414409"/>
              </a:xfrm>
              <a:prstGeom prst="rect">
                <a:avLst/>
              </a:prstGeom>
              <a:noFill/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AT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140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1+1,6∗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de-AT" dirty="0"/>
                  <a:t> </a:t>
                </a:r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11B1FAC8-B287-C327-0C6E-BFED9863C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69" y="1124687"/>
                <a:ext cx="1442639" cy="4144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Grafik 24">
            <a:extLst>
              <a:ext uri="{FF2B5EF4-FFF2-40B4-BE49-F238E27FC236}">
                <a16:creationId xmlns:a16="http://schemas.microsoft.com/office/drawing/2014/main" id="{C36DAD5D-25CF-8E51-517B-D511B9B87C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1679" y="3671651"/>
            <a:ext cx="3818330" cy="229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234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fik 35">
            <a:extLst>
              <a:ext uri="{FF2B5EF4-FFF2-40B4-BE49-F238E27FC236}">
                <a16:creationId xmlns:a16="http://schemas.microsoft.com/office/drawing/2014/main" id="{4626C8CB-A14E-ECE1-21AB-C9859DC9EE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42" b="9089"/>
          <a:stretch/>
        </p:blipFill>
        <p:spPr>
          <a:xfrm>
            <a:off x="45020" y="3495674"/>
            <a:ext cx="11801475" cy="305422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C9AFB49-1686-71D0-48A2-37E5A348F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Ball in Tube Modell in Simulink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D9B1898-7095-30E1-6E39-F79B88207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807" y="742950"/>
            <a:ext cx="2376487" cy="1879947"/>
          </a:xfrm>
          <a:prstGeom prst="rect">
            <a:avLst/>
          </a:prstGeom>
        </p:spPr>
      </p:pic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A715A311-B512-D9B9-F610-094791227E2A}"/>
              </a:ext>
            </a:extLst>
          </p:cNvPr>
          <p:cNvCxnSpPr/>
          <p:nvPr/>
        </p:nvCxnSpPr>
        <p:spPr>
          <a:xfrm flipH="1">
            <a:off x="4314825" y="2390775"/>
            <a:ext cx="1085850" cy="8191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FE9C34AE-523B-20D2-ACD0-7527BB6E5A5E}"/>
              </a:ext>
            </a:extLst>
          </p:cNvPr>
          <p:cNvCxnSpPr>
            <a:cxnSpLocks/>
          </p:cNvCxnSpPr>
          <p:nvPr/>
        </p:nvCxnSpPr>
        <p:spPr>
          <a:xfrm flipH="1" flipV="1">
            <a:off x="7591425" y="2390775"/>
            <a:ext cx="1085850" cy="8191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F29EAE5-92B8-DF94-123B-3D82D9151F1F}"/>
                  </a:ext>
                </a:extLst>
              </p:cNvPr>
              <p:cNvSpPr txBox="1"/>
              <p:nvPr/>
            </p:nvSpPr>
            <p:spPr>
              <a:xfrm>
                <a:off x="-464344" y="1131829"/>
                <a:ext cx="6100762" cy="10944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1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de-DE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AT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AT" sz="180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e-DE" sz="18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de-DE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AT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  <m:f>
                                    <m:fPr>
                                      <m:ctrlPr>
                                        <a:rPr lang="de-DE" sz="180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l-GR" sz="1800"/>
                                        <m:t>φ</m:t>
                                      </m:r>
                                    </m:num>
                                    <m:den>
                                      <m:r>
                                        <a:rPr lang="de-DE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AT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  <m:f>
                                    <m:fPr>
                                      <m:ctrlPr>
                                        <a:rPr lang="de-DE" sz="180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𝑑𝑠</m:t>
                                      </m:r>
                                    </m:num>
                                    <m:den>
                                      <m:r>
                                        <a:rPr lang="de-DE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num>
                                <m:den>
                                  <m:sSub>
                                    <m:sSubPr>
                                      <m:ctrlPr>
                                        <a:rPr lang="de-AT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de-DE" sz="1800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de-DE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de-DE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𝑔</m:t>
                      </m:r>
                    </m:oMath>
                  </m:oMathPara>
                </a14:m>
                <a:endParaRPr lang="de-AT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F29EAE5-92B8-DF94-123B-3D82D9151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4344" y="1131829"/>
                <a:ext cx="6100762" cy="10944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540BEA2F-8DE6-7A31-538D-550F820056DE}"/>
              </a:ext>
            </a:extLst>
          </p:cNvPr>
          <p:cNvSpPr/>
          <p:nvPr/>
        </p:nvSpPr>
        <p:spPr>
          <a:xfrm>
            <a:off x="1841982" y="1219199"/>
            <a:ext cx="844068" cy="541043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pPr algn="ctr"/>
            <a:endParaRPr lang="de-AT" sz="2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446468B-17E7-145C-D5FF-494A5A02BE6A}"/>
              </a:ext>
            </a:extLst>
          </p:cNvPr>
          <p:cNvSpPr/>
          <p:nvPr/>
        </p:nvSpPr>
        <p:spPr>
          <a:xfrm>
            <a:off x="674419" y="3381492"/>
            <a:ext cx="844068" cy="62841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pPr algn="ctr"/>
            <a:endParaRPr lang="de-AT" sz="2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789D9AB4-7771-6DE1-A804-737B161496F1}"/>
              </a:ext>
            </a:extLst>
          </p:cNvPr>
          <p:cNvSpPr/>
          <p:nvPr/>
        </p:nvSpPr>
        <p:spPr>
          <a:xfrm>
            <a:off x="10115945" y="3695699"/>
            <a:ext cx="142480" cy="628414"/>
          </a:xfrm>
          <a:prstGeom prst="rect">
            <a:avLst/>
          </a:prstGeom>
          <a:noFill/>
          <a:ln w="317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pPr algn="ctr"/>
            <a:endParaRPr lang="de-AT" sz="2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1293CD3-E7B6-73C6-F629-D0923C125884}"/>
              </a:ext>
            </a:extLst>
          </p:cNvPr>
          <p:cNvSpPr txBox="1"/>
          <p:nvPr/>
        </p:nvSpPr>
        <p:spPr>
          <a:xfrm>
            <a:off x="9341291" y="2944263"/>
            <a:ext cx="2589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Limitiert, da nicht negativ werden kann</a:t>
            </a:r>
            <a:endParaRPr lang="de-AT" sz="1100" dirty="0"/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5DF81116-DA7C-6943-B524-C1D8ACAA2600}"/>
              </a:ext>
            </a:extLst>
          </p:cNvPr>
          <p:cNvCxnSpPr>
            <a:cxnSpLocks/>
          </p:cNvCxnSpPr>
          <p:nvPr/>
        </p:nvCxnSpPr>
        <p:spPr>
          <a:xfrm flipV="1">
            <a:off x="10154045" y="3237449"/>
            <a:ext cx="388894" cy="421317"/>
          </a:xfrm>
          <a:prstGeom prst="line">
            <a:avLst/>
          </a:prstGeom>
          <a:ln w="6350">
            <a:solidFill>
              <a:schemeClr val="tx1"/>
            </a:solidFill>
            <a:headEnd type="triangle" w="sm" len="lg"/>
            <a:tailEnd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211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fik 35">
            <a:extLst>
              <a:ext uri="{FF2B5EF4-FFF2-40B4-BE49-F238E27FC236}">
                <a16:creationId xmlns:a16="http://schemas.microsoft.com/office/drawing/2014/main" id="{4626C8CB-A14E-ECE1-21AB-C9859DC9EE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42" b="9089"/>
          <a:stretch/>
        </p:blipFill>
        <p:spPr>
          <a:xfrm>
            <a:off x="45020" y="3495674"/>
            <a:ext cx="11801475" cy="305422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C9AFB49-1686-71D0-48A2-37E5A348F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Ball in Tube Modell in Simulink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D9B1898-7095-30E1-6E39-F79B88207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807" y="742950"/>
            <a:ext cx="2376487" cy="1879947"/>
          </a:xfrm>
          <a:prstGeom prst="rect">
            <a:avLst/>
          </a:prstGeom>
        </p:spPr>
      </p:pic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A715A311-B512-D9B9-F610-094791227E2A}"/>
              </a:ext>
            </a:extLst>
          </p:cNvPr>
          <p:cNvCxnSpPr/>
          <p:nvPr/>
        </p:nvCxnSpPr>
        <p:spPr>
          <a:xfrm flipH="1">
            <a:off x="4314825" y="2390775"/>
            <a:ext cx="1085850" cy="8191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FE9C34AE-523B-20D2-ACD0-7527BB6E5A5E}"/>
              </a:ext>
            </a:extLst>
          </p:cNvPr>
          <p:cNvCxnSpPr>
            <a:cxnSpLocks/>
          </p:cNvCxnSpPr>
          <p:nvPr/>
        </p:nvCxnSpPr>
        <p:spPr>
          <a:xfrm flipH="1" flipV="1">
            <a:off x="7591425" y="2390775"/>
            <a:ext cx="1085850" cy="8191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F29EAE5-92B8-DF94-123B-3D82D9151F1F}"/>
                  </a:ext>
                </a:extLst>
              </p:cNvPr>
              <p:cNvSpPr txBox="1"/>
              <p:nvPr/>
            </p:nvSpPr>
            <p:spPr>
              <a:xfrm>
                <a:off x="-464344" y="1131829"/>
                <a:ext cx="6100762" cy="10944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18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e-DE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de-DE" sz="18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AT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AT" sz="180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e-DE" sz="18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de-DE" sz="18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AT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AT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  <m:f>
                                    <m:fPr>
                                      <m:ctrlPr>
                                        <a:rPr lang="de-DE" sz="180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l-GR" sz="1800"/>
                                        <m:t>φ</m:t>
                                      </m:r>
                                    </m:num>
                                    <m:den>
                                      <m:r>
                                        <a:rPr lang="de-DE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AT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de-DE" sz="18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  <m:f>
                                    <m:fPr>
                                      <m:ctrlPr>
                                        <a:rPr lang="de-DE" sz="180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𝑑𝑠</m:t>
                                      </m:r>
                                    </m:num>
                                    <m:den>
                                      <m:r>
                                        <a:rPr lang="de-DE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num>
                                <m:den>
                                  <m:sSub>
                                    <m:sSubPr>
                                      <m:ctrlPr>
                                        <a:rPr lang="de-AT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de-DE" sz="1800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de-DE" sz="1800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de-DE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de-DE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𝑔</m:t>
                      </m:r>
                    </m:oMath>
                  </m:oMathPara>
                </a14:m>
                <a:endParaRPr lang="de-AT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F29EAE5-92B8-DF94-123B-3D82D9151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4344" y="1131829"/>
                <a:ext cx="6100762" cy="10944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540BEA2F-8DE6-7A31-538D-550F820056DE}"/>
              </a:ext>
            </a:extLst>
          </p:cNvPr>
          <p:cNvSpPr/>
          <p:nvPr/>
        </p:nvSpPr>
        <p:spPr>
          <a:xfrm>
            <a:off x="1841982" y="1219199"/>
            <a:ext cx="844068" cy="541043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pPr algn="ctr"/>
            <a:endParaRPr lang="de-AT" sz="2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446468B-17E7-145C-D5FF-494A5A02BE6A}"/>
              </a:ext>
            </a:extLst>
          </p:cNvPr>
          <p:cNvSpPr/>
          <p:nvPr/>
        </p:nvSpPr>
        <p:spPr>
          <a:xfrm>
            <a:off x="674419" y="3381492"/>
            <a:ext cx="844068" cy="62841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pPr algn="ctr"/>
            <a:endParaRPr lang="de-AT" sz="2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789D9AB4-7771-6DE1-A804-737B161496F1}"/>
              </a:ext>
            </a:extLst>
          </p:cNvPr>
          <p:cNvSpPr/>
          <p:nvPr/>
        </p:nvSpPr>
        <p:spPr>
          <a:xfrm>
            <a:off x="10115945" y="3695699"/>
            <a:ext cx="142480" cy="628414"/>
          </a:xfrm>
          <a:prstGeom prst="rect">
            <a:avLst/>
          </a:prstGeom>
          <a:noFill/>
          <a:ln w="317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pPr algn="ctr"/>
            <a:endParaRPr lang="de-AT" sz="2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1293CD3-E7B6-73C6-F629-D0923C125884}"/>
              </a:ext>
            </a:extLst>
          </p:cNvPr>
          <p:cNvSpPr txBox="1"/>
          <p:nvPr/>
        </p:nvSpPr>
        <p:spPr>
          <a:xfrm>
            <a:off x="9341291" y="2944263"/>
            <a:ext cx="2589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Limitiert, da nicht negativ werden kann</a:t>
            </a:r>
            <a:endParaRPr lang="de-AT" sz="1100" dirty="0"/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5DF81116-DA7C-6943-B524-C1D8ACAA2600}"/>
              </a:ext>
            </a:extLst>
          </p:cNvPr>
          <p:cNvCxnSpPr>
            <a:cxnSpLocks/>
          </p:cNvCxnSpPr>
          <p:nvPr/>
        </p:nvCxnSpPr>
        <p:spPr>
          <a:xfrm flipV="1">
            <a:off x="10154045" y="3237449"/>
            <a:ext cx="388894" cy="421317"/>
          </a:xfrm>
          <a:prstGeom prst="line">
            <a:avLst/>
          </a:prstGeom>
          <a:ln w="6350">
            <a:solidFill>
              <a:schemeClr val="tx1"/>
            </a:solidFill>
            <a:headEnd type="triangle" w="sm" len="lg"/>
            <a:tailEnd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138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9AFB49-1686-71D0-48A2-37E5A348F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Ball in Tube Modell in Simulink diskret</a:t>
            </a:r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432F6C7-0FBD-B399-0EDA-724D4F0A2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55" y="1919568"/>
            <a:ext cx="11591925" cy="438150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8E49BABC-8B91-A1BA-4660-AA73F324C1C9}"/>
              </a:ext>
            </a:extLst>
          </p:cNvPr>
          <p:cNvSpPr/>
          <p:nvPr/>
        </p:nvSpPr>
        <p:spPr>
          <a:xfrm>
            <a:off x="1696394" y="3392255"/>
            <a:ext cx="1441253" cy="62841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pPr algn="ctr"/>
            <a:endParaRPr lang="de-AT" sz="2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8704C9D-4EB3-10A4-A5AD-AFD9D80EC136}"/>
              </a:ext>
            </a:extLst>
          </p:cNvPr>
          <p:cNvSpPr txBox="1"/>
          <p:nvPr/>
        </p:nvSpPr>
        <p:spPr>
          <a:xfrm>
            <a:off x="1389597" y="1593576"/>
            <a:ext cx="3845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Verlustfaktor, da der </a:t>
            </a:r>
            <a:r>
              <a:rPr lang="de-DE" sz="1100" dirty="0" err="1"/>
              <a:t>ToF</a:t>
            </a:r>
            <a:r>
              <a:rPr lang="de-DE" sz="1100" dirty="0"/>
              <a:t> Sensor den Querschnitt reduziert, bzw. der Lüfter nicht frei steht</a:t>
            </a:r>
            <a:endParaRPr lang="de-AT" sz="1100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CD144697-2698-A4FF-B6B7-666925808852}"/>
              </a:ext>
            </a:extLst>
          </p:cNvPr>
          <p:cNvCxnSpPr>
            <a:cxnSpLocks/>
          </p:cNvCxnSpPr>
          <p:nvPr/>
        </p:nvCxnSpPr>
        <p:spPr>
          <a:xfrm flipV="1">
            <a:off x="2274069" y="2129359"/>
            <a:ext cx="388894" cy="1262896"/>
          </a:xfrm>
          <a:prstGeom prst="line">
            <a:avLst/>
          </a:prstGeom>
          <a:ln w="6350">
            <a:solidFill>
              <a:schemeClr val="tx1"/>
            </a:solidFill>
            <a:headEnd type="triangle" w="sm" len="lg"/>
            <a:tailEnd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FA6EBEF8-0349-FC38-2877-2F9657EE8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810" y="702108"/>
            <a:ext cx="1157156" cy="221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23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9AFB49-1686-71D0-48A2-37E5A348F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Gesamtes Ball in Tube Modell in Simulink inkl. PID</a:t>
            </a:r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7FA0898-C7E1-AB80-CFE7-4C67E6844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47850"/>
            <a:ext cx="111252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0984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0D260408-D13A-4B67-B71E-0B80435FC78D"/>
  <p:tag name="ISPRING_SCORM_RATE_SLIDES" val="1"/>
  <p:tag name="ISPRING_SCORM_RATE_QUIZZES" val="0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_RESOURCE_PATHS_HASH_2" val="d9fee9de11718536b3c065785a54cca1c97fc"/>
  <p:tag name="ISPRING_RESOURCE_PATHS_HASH_PRESENTER" val="6669defd466eb2c2a8dc72bba7743f903e6928"/>
</p:tagLst>
</file>

<file path=ppt/theme/theme1.xml><?xml version="1.0" encoding="utf-8"?>
<a:theme xmlns:a="http://schemas.openxmlformats.org/drawingml/2006/main" name="Beckhoff Slide Master">
  <a:themeElements>
    <a:clrScheme name="Beckhoff_Final_21.11.2013">
      <a:dk1>
        <a:srgbClr val="000000"/>
      </a:dk1>
      <a:lt1>
        <a:sysClr val="window" lastClr="FFFFFF"/>
      </a:lt1>
      <a:dk2>
        <a:srgbClr val="CCD2DA"/>
      </a:dk2>
      <a:lt2>
        <a:srgbClr val="9AA6B6"/>
      </a:lt2>
      <a:accent1>
        <a:srgbClr val="8190A4"/>
      </a:accent1>
      <a:accent2>
        <a:srgbClr val="2D76AD"/>
      </a:accent2>
      <a:accent3>
        <a:srgbClr val="4B5669"/>
      </a:accent3>
      <a:accent4>
        <a:srgbClr val="CCD2DA"/>
      </a:accent4>
      <a:accent5>
        <a:srgbClr val="000000"/>
      </a:accent5>
      <a:accent6>
        <a:srgbClr val="B5D4EC"/>
      </a:accent6>
      <a:hlink>
        <a:srgbClr val="2D76AD"/>
      </a:hlink>
      <a:folHlink>
        <a:srgbClr val="2D76AD"/>
      </a:folHlink>
    </a:clrScheme>
    <a:fontScheme name="Beckhoff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6350">
          <a:noFill/>
        </a:ln>
      </a:spPr>
      <a:bodyPr lIns="234000" rtlCol="0" anchor="ctr"/>
      <a:lstStyle>
        <a:defPPr algn="ctr">
          <a:defRPr sz="2200" dirty="0" smtClean="0">
            <a:solidFill>
              <a:schemeClr val="bg1"/>
            </a:solidFill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1" id="{499B78F8-5AB9-4BB8-8290-F16B83963FD1}" vid="{992D81CB-2E97-4B13-8BD5-20546B73F66D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Beckhoff_Slide_Master</Template>
  <TotalTime>0</TotalTime>
  <Words>372</Words>
  <Application>Microsoft Office PowerPoint</Application>
  <PresentationFormat>Breitbild</PresentationFormat>
  <Paragraphs>87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Symbol</vt:lpstr>
      <vt:lpstr>Wingdings</vt:lpstr>
      <vt:lpstr>Beckhoff Slide Master</vt:lpstr>
      <vt:lpstr>Ball In Tube</vt:lpstr>
      <vt:lpstr>Physikalischer Aufbau</vt:lpstr>
      <vt:lpstr>Modell</vt:lpstr>
      <vt:lpstr>Übertragungsfunktion Lüfter - KV</vt:lpstr>
      <vt:lpstr>Übertragungsfunktion Lüfter (PT1)</vt:lpstr>
      <vt:lpstr>Lüftermodel in Simulink</vt:lpstr>
      <vt:lpstr>Ball in Tube Modell in Simulink</vt:lpstr>
      <vt:lpstr>Ball in Tube Modell in Simulink</vt:lpstr>
      <vt:lpstr>Ball in Tube Modell in Simulink diskret</vt:lpstr>
      <vt:lpstr>Gesamtes Ball in Tube Modell in Simulink inkl. PID</vt:lpstr>
    </vt:vector>
  </TitlesOfParts>
  <Company>Beckhoff Automation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von Speicherprogrammierbaren Steuerungen (SPS)</dc:title>
  <dc:creator>Clemens Maier</dc:creator>
  <cp:lastModifiedBy>Clemens Maier</cp:lastModifiedBy>
  <cp:revision>311</cp:revision>
  <cp:lastPrinted>2014-06-12T15:22:04Z</cp:lastPrinted>
  <dcterms:created xsi:type="dcterms:W3CDTF">2015-09-02T08:37:09Z</dcterms:created>
  <dcterms:modified xsi:type="dcterms:W3CDTF">2024-07-18T12:38:48Z</dcterms:modified>
</cp:coreProperties>
</file>